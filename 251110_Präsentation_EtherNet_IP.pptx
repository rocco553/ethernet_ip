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0969625" cy="6170613"/>
  <p:notesSz cx="7315200" cy="9601200"/>
  <p:custDataLst>
    <p:tags r:id="rId20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ED5B3FDB-2991-42F5-8206-693E678BE34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3D1096-A33B-454E-982D-996619DE450B}" v="28" dt="2025-11-10T13:29:19.1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1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rmann Benjamin (HRL-Rt-TVT4.5)" userId="07e48e8b-8ce4-476c-905c-9c6c3d9f0e8f" providerId="ADAL" clId="{DF3D1096-A33B-454E-982D-996619DE450B}"/>
    <pc:docChg chg="undo custSel addSld modSld modSection modNotesMaster">
      <pc:chgData name="Herrmann Benjamin (HRL-Rt-TVT4.5)" userId="07e48e8b-8ce4-476c-905c-9c6c3d9f0e8f" providerId="ADAL" clId="{DF3D1096-A33B-454E-982D-996619DE450B}" dt="2025-11-10T13:31:45.987" v="2561" actId="20577"/>
      <pc:docMkLst>
        <pc:docMk/>
      </pc:docMkLst>
      <pc:sldChg chg="addSp delSp modSp mod">
        <pc:chgData name="Herrmann Benjamin (HRL-Rt-TVT4.5)" userId="07e48e8b-8ce4-476c-905c-9c6c3d9f0e8f" providerId="ADAL" clId="{DF3D1096-A33B-454E-982D-996619DE450B}" dt="2025-11-10T13:29:41.940" v="2515" actId="1036"/>
        <pc:sldMkLst>
          <pc:docMk/>
          <pc:sldMk cId="213856792" sldId="260"/>
        </pc:sldMkLst>
        <pc:spChg chg="del">
          <ac:chgData name="Herrmann Benjamin (HRL-Rt-TVT4.5)" userId="07e48e8b-8ce4-476c-905c-9c6c3d9f0e8f" providerId="ADAL" clId="{DF3D1096-A33B-454E-982D-996619DE450B}" dt="2025-11-10T10:00:38.336" v="0"/>
          <ac:spMkLst>
            <pc:docMk/>
            <pc:sldMk cId="213856792" sldId="260"/>
            <ac:spMk id="4" creationId="{73F35B78-4344-8BDD-F845-00F8B50806F7}"/>
          </ac:spMkLst>
        </pc:spChg>
        <pc:spChg chg="add del mod">
          <ac:chgData name="Herrmann Benjamin (HRL-Rt-TVT4.5)" userId="07e48e8b-8ce4-476c-905c-9c6c3d9f0e8f" providerId="ADAL" clId="{DF3D1096-A33B-454E-982D-996619DE450B}" dt="2025-11-10T10:01:43.339" v="8"/>
          <ac:spMkLst>
            <pc:docMk/>
            <pc:sldMk cId="213856792" sldId="260"/>
            <ac:spMk id="9" creationId="{1508D5E2-58FD-0B66-2716-BEA01F50443E}"/>
          </ac:spMkLst>
        </pc:spChg>
        <pc:spChg chg="add del mod">
          <ac:chgData name="Herrmann Benjamin (HRL-Rt-TVT4.5)" userId="07e48e8b-8ce4-476c-905c-9c6c3d9f0e8f" providerId="ADAL" clId="{DF3D1096-A33B-454E-982D-996619DE450B}" dt="2025-11-10T13:29:19.141" v="2505"/>
          <ac:spMkLst>
            <pc:docMk/>
            <pc:sldMk cId="213856792" sldId="260"/>
            <ac:spMk id="13" creationId="{9E20BA16-2F9C-FFD1-461A-E6A3C4D57BD4}"/>
          </ac:spMkLst>
        </pc:spChg>
        <pc:picChg chg="add del mod modCrop">
          <ac:chgData name="Herrmann Benjamin (HRL-Rt-TVT4.5)" userId="07e48e8b-8ce4-476c-905c-9c6c3d9f0e8f" providerId="ADAL" clId="{DF3D1096-A33B-454E-982D-996619DE450B}" dt="2025-11-10T10:01:41.694" v="7" actId="478"/>
          <ac:picMkLst>
            <pc:docMk/>
            <pc:sldMk cId="213856792" sldId="260"/>
            <ac:picMk id="7" creationId="{E29292D3-AA00-BC93-D47B-9A9FE6135314}"/>
          </ac:picMkLst>
        </pc:picChg>
        <pc:picChg chg="add del mod modCrop">
          <ac:chgData name="Herrmann Benjamin (HRL-Rt-TVT4.5)" userId="07e48e8b-8ce4-476c-905c-9c6c3d9f0e8f" providerId="ADAL" clId="{DF3D1096-A33B-454E-982D-996619DE450B}" dt="2025-11-10T13:29:13.920" v="2504" actId="478"/>
          <ac:picMkLst>
            <pc:docMk/>
            <pc:sldMk cId="213856792" sldId="260"/>
            <ac:picMk id="11" creationId="{316B098A-A375-87BA-EE54-1DCDDED0F632}"/>
          </ac:picMkLst>
        </pc:picChg>
        <pc:picChg chg="add mod modCrop">
          <ac:chgData name="Herrmann Benjamin (HRL-Rt-TVT4.5)" userId="07e48e8b-8ce4-476c-905c-9c6c3d9f0e8f" providerId="ADAL" clId="{DF3D1096-A33B-454E-982D-996619DE450B}" dt="2025-11-10T13:29:41.940" v="2515" actId="1036"/>
          <ac:picMkLst>
            <pc:docMk/>
            <pc:sldMk cId="213856792" sldId="260"/>
            <ac:picMk id="15" creationId="{A1081B86-26BA-9CFC-7454-D38DC26AA245}"/>
          </ac:picMkLst>
        </pc:picChg>
      </pc:sldChg>
      <pc:sldChg chg="addSp delSp modSp new mod">
        <pc:chgData name="Herrmann Benjamin (HRL-Rt-TVT4.5)" userId="07e48e8b-8ce4-476c-905c-9c6c3d9f0e8f" providerId="ADAL" clId="{DF3D1096-A33B-454E-982D-996619DE450B}" dt="2025-11-10T10:26:36.283" v="108" actId="1036"/>
        <pc:sldMkLst>
          <pc:docMk/>
          <pc:sldMk cId="3520708637" sldId="261"/>
        </pc:sldMkLst>
        <pc:spChg chg="mod">
          <ac:chgData name="Herrmann Benjamin (HRL-Rt-TVT4.5)" userId="07e48e8b-8ce4-476c-905c-9c6c3d9f0e8f" providerId="ADAL" clId="{DF3D1096-A33B-454E-982D-996619DE450B}" dt="2025-11-10T10:04:05.617" v="97" actId="20577"/>
          <ac:spMkLst>
            <pc:docMk/>
            <pc:sldMk cId="3520708637" sldId="261"/>
            <ac:spMk id="2" creationId="{0F7A2E71-D326-6E78-4533-5D6BF77FEEE2}"/>
          </ac:spMkLst>
        </pc:spChg>
        <pc:spChg chg="mod">
          <ac:chgData name="Herrmann Benjamin (HRL-Rt-TVT4.5)" userId="07e48e8b-8ce4-476c-905c-9c6c3d9f0e8f" providerId="ADAL" clId="{DF3D1096-A33B-454E-982D-996619DE450B}" dt="2025-11-10T10:03:55.473" v="45" actId="20577"/>
          <ac:spMkLst>
            <pc:docMk/>
            <pc:sldMk cId="3520708637" sldId="261"/>
            <ac:spMk id="3" creationId="{C4DD5525-29DC-DF64-BCB5-906AF01AA33B}"/>
          </ac:spMkLst>
        </pc:spChg>
        <pc:spChg chg="del">
          <ac:chgData name="Herrmann Benjamin (HRL-Rt-TVT4.5)" userId="07e48e8b-8ce4-476c-905c-9c6c3d9f0e8f" providerId="ADAL" clId="{DF3D1096-A33B-454E-982D-996619DE450B}" dt="2025-11-10T10:26:12.119" v="98"/>
          <ac:spMkLst>
            <pc:docMk/>
            <pc:sldMk cId="3520708637" sldId="261"/>
            <ac:spMk id="4" creationId="{BF5202A4-6D66-6415-D41A-F227CF3C5159}"/>
          </ac:spMkLst>
        </pc:spChg>
        <pc:picChg chg="add mod modCrop">
          <ac:chgData name="Herrmann Benjamin (HRL-Rt-TVT4.5)" userId="07e48e8b-8ce4-476c-905c-9c6c3d9f0e8f" providerId="ADAL" clId="{DF3D1096-A33B-454E-982D-996619DE450B}" dt="2025-11-10T10:26:36.283" v="108" actId="1036"/>
          <ac:picMkLst>
            <pc:docMk/>
            <pc:sldMk cId="3520708637" sldId="261"/>
            <ac:picMk id="7" creationId="{ABCDAD7C-FF6F-8840-8E74-AD9D766A676B}"/>
          </ac:picMkLst>
        </pc:picChg>
      </pc:sldChg>
      <pc:sldChg chg="addSp delSp modSp new mod">
        <pc:chgData name="Herrmann Benjamin (HRL-Rt-TVT4.5)" userId="07e48e8b-8ce4-476c-905c-9c6c3d9f0e8f" providerId="ADAL" clId="{DF3D1096-A33B-454E-982D-996619DE450B}" dt="2025-11-10T11:30:45.934" v="207" actId="1036"/>
        <pc:sldMkLst>
          <pc:docMk/>
          <pc:sldMk cId="311538328" sldId="262"/>
        </pc:sldMkLst>
        <pc:spChg chg="mod">
          <ac:chgData name="Herrmann Benjamin (HRL-Rt-TVT4.5)" userId="07e48e8b-8ce4-476c-905c-9c6c3d9f0e8f" providerId="ADAL" clId="{DF3D1096-A33B-454E-982D-996619DE450B}" dt="2025-11-10T10:27:56.875" v="184" actId="20577"/>
          <ac:spMkLst>
            <pc:docMk/>
            <pc:sldMk cId="311538328" sldId="262"/>
            <ac:spMk id="2" creationId="{E71BF756-9891-6122-F1A8-AD217639B78D}"/>
          </ac:spMkLst>
        </pc:spChg>
        <pc:spChg chg="mod">
          <ac:chgData name="Herrmann Benjamin (HRL-Rt-TVT4.5)" userId="07e48e8b-8ce4-476c-905c-9c6c3d9f0e8f" providerId="ADAL" clId="{DF3D1096-A33B-454E-982D-996619DE450B}" dt="2025-11-10T10:27:50.003" v="161" actId="20577"/>
          <ac:spMkLst>
            <pc:docMk/>
            <pc:sldMk cId="311538328" sldId="262"/>
            <ac:spMk id="3" creationId="{B0D49846-9C95-EDF2-3558-33C04B66D415}"/>
          </ac:spMkLst>
        </pc:spChg>
        <pc:spChg chg="del">
          <ac:chgData name="Herrmann Benjamin (HRL-Rt-TVT4.5)" userId="07e48e8b-8ce4-476c-905c-9c6c3d9f0e8f" providerId="ADAL" clId="{DF3D1096-A33B-454E-982D-996619DE450B}" dt="2025-11-10T11:28:49.846" v="185"/>
          <ac:spMkLst>
            <pc:docMk/>
            <pc:sldMk cId="311538328" sldId="262"/>
            <ac:spMk id="4" creationId="{FEE03B66-439A-C827-DD9A-A1CA4C5353BA}"/>
          </ac:spMkLst>
        </pc:spChg>
        <pc:picChg chg="add mod modCrop">
          <ac:chgData name="Herrmann Benjamin (HRL-Rt-TVT4.5)" userId="07e48e8b-8ce4-476c-905c-9c6c3d9f0e8f" providerId="ADAL" clId="{DF3D1096-A33B-454E-982D-996619DE450B}" dt="2025-11-10T11:30:45.934" v="207" actId="1036"/>
          <ac:picMkLst>
            <pc:docMk/>
            <pc:sldMk cId="311538328" sldId="262"/>
            <ac:picMk id="7" creationId="{37E88C29-BBFE-F393-567D-60B3E1F9E330}"/>
          </ac:picMkLst>
        </pc:picChg>
      </pc:sldChg>
      <pc:sldChg chg="addSp delSp modSp new mod modClrScheme chgLayout">
        <pc:chgData name="Herrmann Benjamin (HRL-Rt-TVT4.5)" userId="07e48e8b-8ce4-476c-905c-9c6c3d9f0e8f" providerId="ADAL" clId="{DF3D1096-A33B-454E-982D-996619DE450B}" dt="2025-11-10T11:46:35.798" v="313" actId="1076"/>
        <pc:sldMkLst>
          <pc:docMk/>
          <pc:sldMk cId="3758847770" sldId="263"/>
        </pc:sldMkLst>
        <pc:spChg chg="mod ord">
          <ac:chgData name="Herrmann Benjamin (HRL-Rt-TVT4.5)" userId="07e48e8b-8ce4-476c-905c-9c6c3d9f0e8f" providerId="ADAL" clId="{DF3D1096-A33B-454E-982D-996619DE450B}" dt="2025-11-10T11:33:54.545" v="308" actId="700"/>
          <ac:spMkLst>
            <pc:docMk/>
            <pc:sldMk cId="3758847770" sldId="263"/>
            <ac:spMk id="2" creationId="{DBC6E750-3708-17C2-EE6C-C3CBD8D35E16}"/>
          </ac:spMkLst>
        </pc:spChg>
        <pc:spChg chg="mod ord">
          <ac:chgData name="Herrmann Benjamin (HRL-Rt-TVT4.5)" userId="07e48e8b-8ce4-476c-905c-9c6c3d9f0e8f" providerId="ADAL" clId="{DF3D1096-A33B-454E-982D-996619DE450B}" dt="2025-11-10T11:33:54.545" v="308" actId="700"/>
          <ac:spMkLst>
            <pc:docMk/>
            <pc:sldMk cId="3758847770" sldId="263"/>
            <ac:spMk id="3" creationId="{3A7FC915-2605-586C-D320-E050DB4C5D26}"/>
          </ac:spMkLst>
        </pc:spChg>
        <pc:spChg chg="del mod ord">
          <ac:chgData name="Herrmann Benjamin (HRL-Rt-TVT4.5)" userId="07e48e8b-8ce4-476c-905c-9c6c3d9f0e8f" providerId="ADAL" clId="{DF3D1096-A33B-454E-982D-996619DE450B}" dt="2025-11-10T11:33:23.734" v="257" actId="700"/>
          <ac:spMkLst>
            <pc:docMk/>
            <pc:sldMk cId="3758847770" sldId="263"/>
            <ac:spMk id="4" creationId="{6B6FD9C8-35FC-048B-6BBD-BB7DF9ED90B9}"/>
          </ac:spMkLst>
        </pc:spChg>
        <pc:spChg chg="mod ord">
          <ac:chgData name="Herrmann Benjamin (HRL-Rt-TVT4.5)" userId="07e48e8b-8ce4-476c-905c-9c6c3d9f0e8f" providerId="ADAL" clId="{DF3D1096-A33B-454E-982D-996619DE450B}" dt="2025-11-10T11:33:54.545" v="308" actId="700"/>
          <ac:spMkLst>
            <pc:docMk/>
            <pc:sldMk cId="3758847770" sldId="263"/>
            <ac:spMk id="5" creationId="{C331F174-AFE3-AD48-7E1B-07033E8BE10A}"/>
          </ac:spMkLst>
        </pc:spChg>
        <pc:spChg chg="add del mod ord">
          <ac:chgData name="Herrmann Benjamin (HRL-Rt-TVT4.5)" userId="07e48e8b-8ce4-476c-905c-9c6c3d9f0e8f" providerId="ADAL" clId="{DF3D1096-A33B-454E-982D-996619DE450B}" dt="2025-11-10T11:33:54.545" v="308" actId="700"/>
          <ac:spMkLst>
            <pc:docMk/>
            <pc:sldMk cId="3758847770" sldId="263"/>
            <ac:spMk id="6" creationId="{EE55FF77-69AB-0D7C-59E3-2D6B6EF11506}"/>
          </ac:spMkLst>
        </pc:spChg>
        <pc:spChg chg="add del mod ord">
          <ac:chgData name="Herrmann Benjamin (HRL-Rt-TVT4.5)" userId="07e48e8b-8ce4-476c-905c-9c6c3d9f0e8f" providerId="ADAL" clId="{DF3D1096-A33B-454E-982D-996619DE450B}" dt="2025-11-10T11:33:54.545" v="308" actId="700"/>
          <ac:spMkLst>
            <pc:docMk/>
            <pc:sldMk cId="3758847770" sldId="263"/>
            <ac:spMk id="7" creationId="{DD2AFF88-DE98-0388-55D9-DBD01FEADAAA}"/>
          </ac:spMkLst>
        </pc:spChg>
        <pc:spChg chg="add del mod ord">
          <ac:chgData name="Herrmann Benjamin (HRL-Rt-TVT4.5)" userId="07e48e8b-8ce4-476c-905c-9c6c3d9f0e8f" providerId="ADAL" clId="{DF3D1096-A33B-454E-982D-996619DE450B}" dt="2025-11-10T11:33:54.545" v="308" actId="700"/>
          <ac:spMkLst>
            <pc:docMk/>
            <pc:sldMk cId="3758847770" sldId="263"/>
            <ac:spMk id="8" creationId="{BA092A77-0CEF-7D98-3FE0-F93734477DFD}"/>
          </ac:spMkLst>
        </pc:spChg>
        <pc:spChg chg="add del mod ord">
          <ac:chgData name="Herrmann Benjamin (HRL-Rt-TVT4.5)" userId="07e48e8b-8ce4-476c-905c-9c6c3d9f0e8f" providerId="ADAL" clId="{DF3D1096-A33B-454E-982D-996619DE450B}" dt="2025-11-10T11:46:12.261" v="309"/>
          <ac:spMkLst>
            <pc:docMk/>
            <pc:sldMk cId="3758847770" sldId="263"/>
            <ac:spMk id="9" creationId="{632CAD5F-0D6B-EF6C-1B91-08C6C7E5AA8F}"/>
          </ac:spMkLst>
        </pc:spChg>
        <pc:picChg chg="add mod modCrop">
          <ac:chgData name="Herrmann Benjamin (HRL-Rt-TVT4.5)" userId="07e48e8b-8ce4-476c-905c-9c6c3d9f0e8f" providerId="ADAL" clId="{DF3D1096-A33B-454E-982D-996619DE450B}" dt="2025-11-10T11:46:35.798" v="313" actId="1076"/>
          <ac:picMkLst>
            <pc:docMk/>
            <pc:sldMk cId="3758847770" sldId="263"/>
            <ac:picMk id="11" creationId="{5D9120CC-B969-1AD0-AE6A-2DAE3E721F13}"/>
          </ac:picMkLst>
        </pc:picChg>
      </pc:sldChg>
      <pc:sldChg chg="addSp delSp modSp new mod modClrScheme chgLayout">
        <pc:chgData name="Herrmann Benjamin (HRL-Rt-TVT4.5)" userId="07e48e8b-8ce4-476c-905c-9c6c3d9f0e8f" providerId="ADAL" clId="{DF3D1096-A33B-454E-982D-996619DE450B}" dt="2025-11-10T11:59:08.469" v="1425" actId="113"/>
        <pc:sldMkLst>
          <pc:docMk/>
          <pc:sldMk cId="1950107557" sldId="264"/>
        </pc:sldMkLst>
        <pc:spChg chg="mod ord">
          <ac:chgData name="Herrmann Benjamin (HRL-Rt-TVT4.5)" userId="07e48e8b-8ce4-476c-905c-9c6c3d9f0e8f" providerId="ADAL" clId="{DF3D1096-A33B-454E-982D-996619DE450B}" dt="2025-11-10T11:48:35.373" v="375" actId="700"/>
          <ac:spMkLst>
            <pc:docMk/>
            <pc:sldMk cId="1950107557" sldId="264"/>
            <ac:spMk id="2" creationId="{74290BCE-44FE-62E4-708E-763998DB0BF0}"/>
          </ac:spMkLst>
        </pc:spChg>
        <pc:spChg chg="mod ord">
          <ac:chgData name="Herrmann Benjamin (HRL-Rt-TVT4.5)" userId="07e48e8b-8ce4-476c-905c-9c6c3d9f0e8f" providerId="ADAL" clId="{DF3D1096-A33B-454E-982D-996619DE450B}" dt="2025-11-10T11:48:35.373" v="375" actId="700"/>
          <ac:spMkLst>
            <pc:docMk/>
            <pc:sldMk cId="1950107557" sldId="264"/>
            <ac:spMk id="3" creationId="{905954FB-5E29-9902-E204-04E1FBE6AA7F}"/>
          </ac:spMkLst>
        </pc:spChg>
        <pc:spChg chg="del mod ord">
          <ac:chgData name="Herrmann Benjamin (HRL-Rt-TVT4.5)" userId="07e48e8b-8ce4-476c-905c-9c6c3d9f0e8f" providerId="ADAL" clId="{DF3D1096-A33B-454E-982D-996619DE450B}" dt="2025-11-10T11:48:35.373" v="375" actId="700"/>
          <ac:spMkLst>
            <pc:docMk/>
            <pc:sldMk cId="1950107557" sldId="264"/>
            <ac:spMk id="4" creationId="{73125C93-2284-D148-C40B-9046F456F936}"/>
          </ac:spMkLst>
        </pc:spChg>
        <pc:spChg chg="mod ord">
          <ac:chgData name="Herrmann Benjamin (HRL-Rt-TVT4.5)" userId="07e48e8b-8ce4-476c-905c-9c6c3d9f0e8f" providerId="ADAL" clId="{DF3D1096-A33B-454E-982D-996619DE450B}" dt="2025-11-10T11:48:35.373" v="375" actId="700"/>
          <ac:spMkLst>
            <pc:docMk/>
            <pc:sldMk cId="1950107557" sldId="264"/>
            <ac:spMk id="5" creationId="{C6B5782C-D82C-BEE5-2B4F-817A003C5CA7}"/>
          </ac:spMkLst>
        </pc:spChg>
        <pc:spChg chg="add mod ord">
          <ac:chgData name="Herrmann Benjamin (HRL-Rt-TVT4.5)" userId="07e48e8b-8ce4-476c-905c-9c6c3d9f0e8f" providerId="ADAL" clId="{DF3D1096-A33B-454E-982D-996619DE450B}" dt="2025-11-10T11:53:50.529" v="815" actId="20577"/>
          <ac:spMkLst>
            <pc:docMk/>
            <pc:sldMk cId="1950107557" sldId="264"/>
            <ac:spMk id="6" creationId="{6BC484DC-FAA4-EE47-8272-CCB785EF3452}"/>
          </ac:spMkLst>
        </pc:spChg>
        <pc:spChg chg="add mod ord">
          <ac:chgData name="Herrmann Benjamin (HRL-Rt-TVT4.5)" userId="07e48e8b-8ce4-476c-905c-9c6c3d9f0e8f" providerId="ADAL" clId="{DF3D1096-A33B-454E-982D-996619DE450B}" dt="2025-11-10T11:56:06.032" v="1115" actId="115"/>
          <ac:spMkLst>
            <pc:docMk/>
            <pc:sldMk cId="1950107557" sldId="264"/>
            <ac:spMk id="7" creationId="{418ECDCE-B52C-DEEA-0367-94864A11B3E8}"/>
          </ac:spMkLst>
        </pc:spChg>
        <pc:spChg chg="add mod ord">
          <ac:chgData name="Herrmann Benjamin (HRL-Rt-TVT4.5)" userId="07e48e8b-8ce4-476c-905c-9c6c3d9f0e8f" providerId="ADAL" clId="{DF3D1096-A33B-454E-982D-996619DE450B}" dt="2025-11-10T11:59:08.469" v="1425" actId="113"/>
          <ac:spMkLst>
            <pc:docMk/>
            <pc:sldMk cId="1950107557" sldId="264"/>
            <ac:spMk id="8" creationId="{FFFFA0D5-95F0-F7A4-CCD4-9F61D7EEFF68}"/>
          </ac:spMkLst>
        </pc:spChg>
        <pc:spChg chg="add">
          <ac:chgData name="Herrmann Benjamin (HRL-Rt-TVT4.5)" userId="07e48e8b-8ce4-476c-905c-9c6c3d9f0e8f" providerId="ADAL" clId="{DF3D1096-A33B-454E-982D-996619DE450B}" dt="2025-11-10T11:49:48.813" v="531"/>
          <ac:spMkLst>
            <pc:docMk/>
            <pc:sldMk cId="1950107557" sldId="264"/>
            <ac:spMk id="9" creationId="{3E41DF50-5BA1-BADB-64EC-C3F24D1E4435}"/>
          </ac:spMkLst>
        </pc:spChg>
      </pc:sldChg>
      <pc:sldChg chg="addSp delSp modSp new mod modClrScheme chgLayout">
        <pc:chgData name="Herrmann Benjamin (HRL-Rt-TVT4.5)" userId="07e48e8b-8ce4-476c-905c-9c6c3d9f0e8f" providerId="ADAL" clId="{DF3D1096-A33B-454E-982D-996619DE450B}" dt="2025-11-10T12:19:20.895" v="1574" actId="1035"/>
        <pc:sldMkLst>
          <pc:docMk/>
          <pc:sldMk cId="810483401" sldId="265"/>
        </pc:sldMkLst>
        <pc:spChg chg="mod ord">
          <ac:chgData name="Herrmann Benjamin (HRL-Rt-TVT4.5)" userId="07e48e8b-8ce4-476c-905c-9c6c3d9f0e8f" providerId="ADAL" clId="{DF3D1096-A33B-454E-982D-996619DE450B}" dt="2025-11-10T12:01:50.509" v="1560" actId="700"/>
          <ac:spMkLst>
            <pc:docMk/>
            <pc:sldMk cId="810483401" sldId="265"/>
            <ac:spMk id="2" creationId="{B700B23F-F6E9-425D-7E74-D229E1EEDA11}"/>
          </ac:spMkLst>
        </pc:spChg>
        <pc:spChg chg="mod ord">
          <ac:chgData name="Herrmann Benjamin (HRL-Rt-TVT4.5)" userId="07e48e8b-8ce4-476c-905c-9c6c3d9f0e8f" providerId="ADAL" clId="{DF3D1096-A33B-454E-982D-996619DE450B}" dt="2025-11-10T12:01:50.509" v="1560" actId="700"/>
          <ac:spMkLst>
            <pc:docMk/>
            <pc:sldMk cId="810483401" sldId="265"/>
            <ac:spMk id="3" creationId="{7CD8B7CA-9B20-973C-6089-22A623E48793}"/>
          </ac:spMkLst>
        </pc:spChg>
        <pc:spChg chg="del mod ord">
          <ac:chgData name="Herrmann Benjamin (HRL-Rt-TVT4.5)" userId="07e48e8b-8ce4-476c-905c-9c6c3d9f0e8f" providerId="ADAL" clId="{DF3D1096-A33B-454E-982D-996619DE450B}" dt="2025-11-10T12:01:50.509" v="1560" actId="700"/>
          <ac:spMkLst>
            <pc:docMk/>
            <pc:sldMk cId="810483401" sldId="265"/>
            <ac:spMk id="4" creationId="{ED28A763-56A5-697C-FEB1-024276E57750}"/>
          </ac:spMkLst>
        </pc:spChg>
        <pc:spChg chg="del">
          <ac:chgData name="Herrmann Benjamin (HRL-Rt-TVT4.5)" userId="07e48e8b-8ce4-476c-905c-9c6c3d9f0e8f" providerId="ADAL" clId="{DF3D1096-A33B-454E-982D-996619DE450B}" dt="2025-11-10T12:01:50.509" v="1560" actId="700"/>
          <ac:spMkLst>
            <pc:docMk/>
            <pc:sldMk cId="810483401" sldId="265"/>
            <ac:spMk id="5" creationId="{4D6002C6-CE50-3439-0AFE-5C342287DC58}"/>
          </ac:spMkLst>
        </pc:spChg>
        <pc:spChg chg="del">
          <ac:chgData name="Herrmann Benjamin (HRL-Rt-TVT4.5)" userId="07e48e8b-8ce4-476c-905c-9c6c3d9f0e8f" providerId="ADAL" clId="{DF3D1096-A33B-454E-982D-996619DE450B}" dt="2025-11-10T12:01:50.509" v="1560" actId="700"/>
          <ac:spMkLst>
            <pc:docMk/>
            <pc:sldMk cId="810483401" sldId="265"/>
            <ac:spMk id="6" creationId="{2B9560C2-E397-9C01-B13C-E9F04E444EAC}"/>
          </ac:spMkLst>
        </pc:spChg>
        <pc:spChg chg="mod ord">
          <ac:chgData name="Herrmann Benjamin (HRL-Rt-TVT4.5)" userId="07e48e8b-8ce4-476c-905c-9c6c3d9f0e8f" providerId="ADAL" clId="{DF3D1096-A33B-454E-982D-996619DE450B}" dt="2025-11-10T12:01:50.509" v="1560" actId="700"/>
          <ac:spMkLst>
            <pc:docMk/>
            <pc:sldMk cId="810483401" sldId="265"/>
            <ac:spMk id="7" creationId="{5BB76D5B-D575-CB4B-E3AF-0693F3130F58}"/>
          </ac:spMkLst>
        </pc:spChg>
        <pc:spChg chg="add del mod ord">
          <ac:chgData name="Herrmann Benjamin (HRL-Rt-TVT4.5)" userId="07e48e8b-8ce4-476c-905c-9c6c3d9f0e8f" providerId="ADAL" clId="{DF3D1096-A33B-454E-982D-996619DE450B}" dt="2025-11-10T12:18:35.289" v="1561"/>
          <ac:spMkLst>
            <pc:docMk/>
            <pc:sldMk cId="810483401" sldId="265"/>
            <ac:spMk id="8" creationId="{51F2AB33-6735-51BB-B596-4508D3C3FABA}"/>
          </ac:spMkLst>
        </pc:spChg>
        <pc:picChg chg="add mod modCrop">
          <ac:chgData name="Herrmann Benjamin (HRL-Rt-TVT4.5)" userId="07e48e8b-8ce4-476c-905c-9c6c3d9f0e8f" providerId="ADAL" clId="{DF3D1096-A33B-454E-982D-996619DE450B}" dt="2025-11-10T12:19:20.895" v="1574" actId="1035"/>
          <ac:picMkLst>
            <pc:docMk/>
            <pc:sldMk cId="810483401" sldId="265"/>
            <ac:picMk id="10" creationId="{E2E93B62-30C4-DBCB-9637-1BA1EB847D95}"/>
          </ac:picMkLst>
        </pc:picChg>
      </pc:sldChg>
      <pc:sldChg chg="addSp delSp modSp new mod">
        <pc:chgData name="Herrmann Benjamin (HRL-Rt-TVT4.5)" userId="07e48e8b-8ce4-476c-905c-9c6c3d9f0e8f" providerId="ADAL" clId="{DF3D1096-A33B-454E-982D-996619DE450B}" dt="2025-11-10T12:51:29.055" v="1648" actId="1076"/>
        <pc:sldMkLst>
          <pc:docMk/>
          <pc:sldMk cId="557614313" sldId="266"/>
        </pc:sldMkLst>
        <pc:spChg chg="mod">
          <ac:chgData name="Herrmann Benjamin (HRL-Rt-TVT4.5)" userId="07e48e8b-8ce4-476c-905c-9c6c3d9f0e8f" providerId="ADAL" clId="{DF3D1096-A33B-454E-982D-996619DE450B}" dt="2025-11-10T12:36:30.667" v="1640" actId="20577"/>
          <ac:spMkLst>
            <pc:docMk/>
            <pc:sldMk cId="557614313" sldId="266"/>
            <ac:spMk id="2" creationId="{4145431A-9839-E82B-7F33-9B00C11A9F70}"/>
          </ac:spMkLst>
        </pc:spChg>
        <pc:spChg chg="mod">
          <ac:chgData name="Herrmann Benjamin (HRL-Rt-TVT4.5)" userId="07e48e8b-8ce4-476c-905c-9c6c3d9f0e8f" providerId="ADAL" clId="{DF3D1096-A33B-454E-982D-996619DE450B}" dt="2025-11-10T12:36:04.251" v="1590" actId="20577"/>
          <ac:spMkLst>
            <pc:docMk/>
            <pc:sldMk cId="557614313" sldId="266"/>
            <ac:spMk id="3" creationId="{FAA1CC91-7CD1-4DA2-7778-88B105263AC8}"/>
          </ac:spMkLst>
        </pc:spChg>
        <pc:spChg chg="del">
          <ac:chgData name="Herrmann Benjamin (HRL-Rt-TVT4.5)" userId="07e48e8b-8ce4-476c-905c-9c6c3d9f0e8f" providerId="ADAL" clId="{DF3D1096-A33B-454E-982D-996619DE450B}" dt="2025-11-10T12:50:59.235" v="1641"/>
          <ac:spMkLst>
            <pc:docMk/>
            <pc:sldMk cId="557614313" sldId="266"/>
            <ac:spMk id="4" creationId="{D485CF11-87BD-B92A-A572-05E7DD85923F}"/>
          </ac:spMkLst>
        </pc:spChg>
        <pc:picChg chg="add mod modCrop">
          <ac:chgData name="Herrmann Benjamin (HRL-Rt-TVT4.5)" userId="07e48e8b-8ce4-476c-905c-9c6c3d9f0e8f" providerId="ADAL" clId="{DF3D1096-A33B-454E-982D-996619DE450B}" dt="2025-11-10T12:51:29.055" v="1648" actId="1076"/>
          <ac:picMkLst>
            <pc:docMk/>
            <pc:sldMk cId="557614313" sldId="266"/>
            <ac:picMk id="7" creationId="{4DAFEC28-150C-6564-C4FA-5CD03140C8DA}"/>
          </ac:picMkLst>
        </pc:picChg>
      </pc:sldChg>
      <pc:sldChg chg="addSp delSp modSp new mod modClrScheme chgLayout">
        <pc:chgData name="Herrmann Benjamin (HRL-Rt-TVT4.5)" userId="07e48e8b-8ce4-476c-905c-9c6c3d9f0e8f" providerId="ADAL" clId="{DF3D1096-A33B-454E-982D-996619DE450B}" dt="2025-11-10T13:31:45.987" v="2561" actId="20577"/>
        <pc:sldMkLst>
          <pc:docMk/>
          <pc:sldMk cId="2520697691" sldId="267"/>
        </pc:sldMkLst>
        <pc:spChg chg="mod ord">
          <ac:chgData name="Herrmann Benjamin (HRL-Rt-TVT4.5)" userId="07e48e8b-8ce4-476c-905c-9c6c3d9f0e8f" providerId="ADAL" clId="{DF3D1096-A33B-454E-982D-996619DE450B}" dt="2025-11-10T12:56:33.313" v="1740" actId="20577"/>
          <ac:spMkLst>
            <pc:docMk/>
            <pc:sldMk cId="2520697691" sldId="267"/>
            <ac:spMk id="2" creationId="{6C6000A8-A741-BC9F-0769-C7A045E7769E}"/>
          </ac:spMkLst>
        </pc:spChg>
        <pc:spChg chg="mod ord">
          <ac:chgData name="Herrmann Benjamin (HRL-Rt-TVT4.5)" userId="07e48e8b-8ce4-476c-905c-9c6c3d9f0e8f" providerId="ADAL" clId="{DF3D1096-A33B-454E-982D-996619DE450B}" dt="2025-11-10T12:53:03.309" v="1689" actId="700"/>
          <ac:spMkLst>
            <pc:docMk/>
            <pc:sldMk cId="2520697691" sldId="267"/>
            <ac:spMk id="3" creationId="{84FD05C5-F116-BAD8-6F29-280B0EA01DAF}"/>
          </ac:spMkLst>
        </pc:spChg>
        <pc:spChg chg="del mod ord">
          <ac:chgData name="Herrmann Benjamin (HRL-Rt-TVT4.5)" userId="07e48e8b-8ce4-476c-905c-9c6c3d9f0e8f" providerId="ADAL" clId="{DF3D1096-A33B-454E-982D-996619DE450B}" dt="2025-11-10T12:53:03.309" v="1689" actId="700"/>
          <ac:spMkLst>
            <pc:docMk/>
            <pc:sldMk cId="2520697691" sldId="267"/>
            <ac:spMk id="4" creationId="{F6345C88-40AA-42B2-15E7-0E619B3E7686}"/>
          </ac:spMkLst>
        </pc:spChg>
        <pc:spChg chg="mod ord">
          <ac:chgData name="Herrmann Benjamin (HRL-Rt-TVT4.5)" userId="07e48e8b-8ce4-476c-905c-9c6c3d9f0e8f" providerId="ADAL" clId="{DF3D1096-A33B-454E-982D-996619DE450B}" dt="2025-11-10T12:53:03.309" v="1689" actId="700"/>
          <ac:spMkLst>
            <pc:docMk/>
            <pc:sldMk cId="2520697691" sldId="267"/>
            <ac:spMk id="5" creationId="{EF67AF3A-9242-0763-6848-547489F2A8E8}"/>
          </ac:spMkLst>
        </pc:spChg>
        <pc:spChg chg="add mod ord">
          <ac:chgData name="Herrmann Benjamin (HRL-Rt-TVT4.5)" userId="07e48e8b-8ce4-476c-905c-9c6c3d9f0e8f" providerId="ADAL" clId="{DF3D1096-A33B-454E-982D-996619DE450B}" dt="2025-11-10T13:03:21.405" v="1947" actId="20577"/>
          <ac:spMkLst>
            <pc:docMk/>
            <pc:sldMk cId="2520697691" sldId="267"/>
            <ac:spMk id="6" creationId="{B727AB51-7807-4275-CEA6-5D37E13AE2E7}"/>
          </ac:spMkLst>
        </pc:spChg>
        <pc:spChg chg="add mod ord">
          <ac:chgData name="Herrmann Benjamin (HRL-Rt-TVT4.5)" userId="07e48e8b-8ce4-476c-905c-9c6c3d9f0e8f" providerId="ADAL" clId="{DF3D1096-A33B-454E-982D-996619DE450B}" dt="2025-11-10T13:04:05.550" v="1990" actId="108"/>
          <ac:spMkLst>
            <pc:docMk/>
            <pc:sldMk cId="2520697691" sldId="267"/>
            <ac:spMk id="7" creationId="{39A4BDD0-519D-AF20-321E-94B594A7E76A}"/>
          </ac:spMkLst>
        </pc:spChg>
        <pc:spChg chg="add mod ord">
          <ac:chgData name="Herrmann Benjamin (HRL-Rt-TVT4.5)" userId="07e48e8b-8ce4-476c-905c-9c6c3d9f0e8f" providerId="ADAL" clId="{DF3D1096-A33B-454E-982D-996619DE450B}" dt="2025-11-10T13:31:45.987" v="2561" actId="20577"/>
          <ac:spMkLst>
            <pc:docMk/>
            <pc:sldMk cId="2520697691" sldId="267"/>
            <ac:spMk id="8" creationId="{732A7E55-D6F4-8074-C76E-A707988D4198}"/>
          </ac:spMkLst>
        </pc:spChg>
      </pc:sldChg>
      <pc:sldChg chg="addSp delSp modSp new mod modClrScheme chgLayout">
        <pc:chgData name="Herrmann Benjamin (HRL-Rt-TVT4.5)" userId="07e48e8b-8ce4-476c-905c-9c6c3d9f0e8f" providerId="ADAL" clId="{DF3D1096-A33B-454E-982D-996619DE450B}" dt="2025-11-10T13:08:17.210" v="2214" actId="1036"/>
        <pc:sldMkLst>
          <pc:docMk/>
          <pc:sldMk cId="2967807010" sldId="268"/>
        </pc:sldMkLst>
        <pc:spChg chg="mod ord">
          <ac:chgData name="Herrmann Benjamin (HRL-Rt-TVT4.5)" userId="07e48e8b-8ce4-476c-905c-9c6c3d9f0e8f" providerId="ADAL" clId="{DF3D1096-A33B-454E-982D-996619DE450B}" dt="2025-11-10T13:07:31.356" v="2205" actId="700"/>
          <ac:spMkLst>
            <pc:docMk/>
            <pc:sldMk cId="2967807010" sldId="268"/>
            <ac:spMk id="2" creationId="{D583AE19-D809-9E65-6C06-D4F5289FB133}"/>
          </ac:spMkLst>
        </pc:spChg>
        <pc:spChg chg="mod ord">
          <ac:chgData name="Herrmann Benjamin (HRL-Rt-TVT4.5)" userId="07e48e8b-8ce4-476c-905c-9c6c3d9f0e8f" providerId="ADAL" clId="{DF3D1096-A33B-454E-982D-996619DE450B}" dt="2025-11-10T13:07:31.356" v="2205" actId="700"/>
          <ac:spMkLst>
            <pc:docMk/>
            <pc:sldMk cId="2967807010" sldId="268"/>
            <ac:spMk id="3" creationId="{30D073EB-BC32-BACF-1474-2BB2B2908627}"/>
          </ac:spMkLst>
        </pc:spChg>
        <pc:spChg chg="del mod ord">
          <ac:chgData name="Herrmann Benjamin (HRL-Rt-TVT4.5)" userId="07e48e8b-8ce4-476c-905c-9c6c3d9f0e8f" providerId="ADAL" clId="{DF3D1096-A33B-454E-982D-996619DE450B}" dt="2025-11-10T13:07:31.356" v="2205" actId="700"/>
          <ac:spMkLst>
            <pc:docMk/>
            <pc:sldMk cId="2967807010" sldId="268"/>
            <ac:spMk id="4" creationId="{D4969AAC-3E56-76BE-AACF-B13B7A8B8536}"/>
          </ac:spMkLst>
        </pc:spChg>
        <pc:spChg chg="del">
          <ac:chgData name="Herrmann Benjamin (HRL-Rt-TVT4.5)" userId="07e48e8b-8ce4-476c-905c-9c6c3d9f0e8f" providerId="ADAL" clId="{DF3D1096-A33B-454E-982D-996619DE450B}" dt="2025-11-10T13:07:31.356" v="2205" actId="700"/>
          <ac:spMkLst>
            <pc:docMk/>
            <pc:sldMk cId="2967807010" sldId="268"/>
            <ac:spMk id="5" creationId="{EB3F04AD-0769-43BC-6DFB-A7932B24D8A7}"/>
          </ac:spMkLst>
        </pc:spChg>
        <pc:spChg chg="del">
          <ac:chgData name="Herrmann Benjamin (HRL-Rt-TVT4.5)" userId="07e48e8b-8ce4-476c-905c-9c6c3d9f0e8f" providerId="ADAL" clId="{DF3D1096-A33B-454E-982D-996619DE450B}" dt="2025-11-10T13:07:31.356" v="2205" actId="700"/>
          <ac:spMkLst>
            <pc:docMk/>
            <pc:sldMk cId="2967807010" sldId="268"/>
            <ac:spMk id="6" creationId="{4827061F-0D6C-334E-F25A-E3EC26ABDAB5}"/>
          </ac:spMkLst>
        </pc:spChg>
        <pc:spChg chg="mod ord">
          <ac:chgData name="Herrmann Benjamin (HRL-Rt-TVT4.5)" userId="07e48e8b-8ce4-476c-905c-9c6c3d9f0e8f" providerId="ADAL" clId="{DF3D1096-A33B-454E-982D-996619DE450B}" dt="2025-11-10T13:07:31.356" v="2205" actId="700"/>
          <ac:spMkLst>
            <pc:docMk/>
            <pc:sldMk cId="2967807010" sldId="268"/>
            <ac:spMk id="7" creationId="{AD9B951E-2807-98E0-A44A-D8B07E731D8E}"/>
          </ac:spMkLst>
        </pc:spChg>
        <pc:spChg chg="add del mod ord">
          <ac:chgData name="Herrmann Benjamin (HRL-Rt-TVT4.5)" userId="07e48e8b-8ce4-476c-905c-9c6c3d9f0e8f" providerId="ADAL" clId="{DF3D1096-A33B-454E-982D-996619DE450B}" dt="2025-11-10T13:08:03.787" v="2206" actId="22"/>
          <ac:spMkLst>
            <pc:docMk/>
            <pc:sldMk cId="2967807010" sldId="268"/>
            <ac:spMk id="8" creationId="{1844F102-B30F-C926-CC63-7EA60420301A}"/>
          </ac:spMkLst>
        </pc:spChg>
        <pc:picChg chg="add mod ord">
          <ac:chgData name="Herrmann Benjamin (HRL-Rt-TVT4.5)" userId="07e48e8b-8ce4-476c-905c-9c6c3d9f0e8f" providerId="ADAL" clId="{DF3D1096-A33B-454E-982D-996619DE450B}" dt="2025-11-10T13:08:17.210" v="2214" actId="1036"/>
          <ac:picMkLst>
            <pc:docMk/>
            <pc:sldMk cId="2967807010" sldId="268"/>
            <ac:picMk id="10" creationId="{267221DD-965E-D347-B053-F62107BC81A1}"/>
          </ac:picMkLst>
        </pc:picChg>
      </pc:sldChg>
      <pc:sldChg chg="addSp delSp modSp new mod modClrScheme chgLayout">
        <pc:chgData name="Herrmann Benjamin (HRL-Rt-TVT4.5)" userId="07e48e8b-8ce4-476c-905c-9c6c3d9f0e8f" providerId="ADAL" clId="{DF3D1096-A33B-454E-982D-996619DE450B}" dt="2025-11-10T13:14:22.412" v="2317" actId="1035"/>
        <pc:sldMkLst>
          <pc:docMk/>
          <pc:sldMk cId="1317433257" sldId="269"/>
        </pc:sldMkLst>
        <pc:spChg chg="mod ord">
          <ac:chgData name="Herrmann Benjamin (HRL-Rt-TVT4.5)" userId="07e48e8b-8ce4-476c-905c-9c6c3d9f0e8f" providerId="ADAL" clId="{DF3D1096-A33B-454E-982D-996619DE450B}" dt="2025-11-10T13:09:01.815" v="2239" actId="700"/>
          <ac:spMkLst>
            <pc:docMk/>
            <pc:sldMk cId="1317433257" sldId="269"/>
            <ac:spMk id="2" creationId="{A55E5B31-D52C-6332-3238-6198514BD943}"/>
          </ac:spMkLst>
        </pc:spChg>
        <pc:spChg chg="mod ord">
          <ac:chgData name="Herrmann Benjamin (HRL-Rt-TVT4.5)" userId="07e48e8b-8ce4-476c-905c-9c6c3d9f0e8f" providerId="ADAL" clId="{DF3D1096-A33B-454E-982D-996619DE450B}" dt="2025-11-10T13:09:01.815" v="2239" actId="700"/>
          <ac:spMkLst>
            <pc:docMk/>
            <pc:sldMk cId="1317433257" sldId="269"/>
            <ac:spMk id="3" creationId="{6C05F937-6BC6-9D12-18D8-863B549494AE}"/>
          </ac:spMkLst>
        </pc:spChg>
        <pc:spChg chg="del mod ord">
          <ac:chgData name="Herrmann Benjamin (HRL-Rt-TVT4.5)" userId="07e48e8b-8ce4-476c-905c-9c6c3d9f0e8f" providerId="ADAL" clId="{DF3D1096-A33B-454E-982D-996619DE450B}" dt="2025-11-10T13:09:01.815" v="2239" actId="700"/>
          <ac:spMkLst>
            <pc:docMk/>
            <pc:sldMk cId="1317433257" sldId="269"/>
            <ac:spMk id="4" creationId="{D56EAE92-23C5-8915-99AF-139D9DC59531}"/>
          </ac:spMkLst>
        </pc:spChg>
        <pc:spChg chg="mod ord">
          <ac:chgData name="Herrmann Benjamin (HRL-Rt-TVT4.5)" userId="07e48e8b-8ce4-476c-905c-9c6c3d9f0e8f" providerId="ADAL" clId="{DF3D1096-A33B-454E-982D-996619DE450B}" dt="2025-11-10T13:09:01.815" v="2239" actId="700"/>
          <ac:spMkLst>
            <pc:docMk/>
            <pc:sldMk cId="1317433257" sldId="269"/>
            <ac:spMk id="5" creationId="{A4BA4A2E-69CB-3875-6351-094B9BBFE20B}"/>
          </ac:spMkLst>
        </pc:spChg>
        <pc:spChg chg="add mod ord">
          <ac:chgData name="Herrmann Benjamin (HRL-Rt-TVT4.5)" userId="07e48e8b-8ce4-476c-905c-9c6c3d9f0e8f" providerId="ADAL" clId="{DF3D1096-A33B-454E-982D-996619DE450B}" dt="2025-11-10T13:10:28.256" v="2256" actId="20577"/>
          <ac:spMkLst>
            <pc:docMk/>
            <pc:sldMk cId="1317433257" sldId="269"/>
            <ac:spMk id="6" creationId="{9FEBD874-CA39-B696-2437-5844B4320FE6}"/>
          </ac:spMkLst>
        </pc:spChg>
        <pc:spChg chg="add mod ord">
          <ac:chgData name="Herrmann Benjamin (HRL-Rt-TVT4.5)" userId="07e48e8b-8ce4-476c-905c-9c6c3d9f0e8f" providerId="ADAL" clId="{DF3D1096-A33B-454E-982D-996619DE450B}" dt="2025-11-10T13:12:36.587" v="2294" actId="1076"/>
          <ac:spMkLst>
            <pc:docMk/>
            <pc:sldMk cId="1317433257" sldId="269"/>
            <ac:spMk id="7" creationId="{01EF5841-7D2C-628A-0157-02FE1A819406}"/>
          </ac:spMkLst>
        </pc:spChg>
        <pc:spChg chg="add mod ord">
          <ac:chgData name="Herrmann Benjamin (HRL-Rt-TVT4.5)" userId="07e48e8b-8ce4-476c-905c-9c6c3d9f0e8f" providerId="ADAL" clId="{DF3D1096-A33B-454E-982D-996619DE450B}" dt="2025-11-10T13:14:13.244" v="2311" actId="255"/>
          <ac:spMkLst>
            <pc:docMk/>
            <pc:sldMk cId="1317433257" sldId="269"/>
            <ac:spMk id="8" creationId="{98AAD984-842E-EB7E-D415-0285EF16F206}"/>
          </ac:spMkLst>
        </pc:spChg>
        <pc:spChg chg="add mod">
          <ac:chgData name="Herrmann Benjamin (HRL-Rt-TVT4.5)" userId="07e48e8b-8ce4-476c-905c-9c6c3d9f0e8f" providerId="ADAL" clId="{DF3D1096-A33B-454E-982D-996619DE450B}" dt="2025-11-10T13:14:22.412" v="2317" actId="1035"/>
          <ac:spMkLst>
            <pc:docMk/>
            <pc:sldMk cId="1317433257" sldId="269"/>
            <ac:spMk id="9" creationId="{7E5C6729-B259-9A65-455C-D205BAAEF282}"/>
          </ac:spMkLst>
        </pc:spChg>
      </pc:sldChg>
      <pc:sldChg chg="addSp modSp new mod">
        <pc:chgData name="Herrmann Benjamin (HRL-Rt-TVT4.5)" userId="07e48e8b-8ce4-476c-905c-9c6c3d9f0e8f" providerId="ADAL" clId="{DF3D1096-A33B-454E-982D-996619DE450B}" dt="2025-11-10T13:19:44.463" v="2502" actId="20577"/>
        <pc:sldMkLst>
          <pc:docMk/>
          <pc:sldMk cId="2407102353" sldId="270"/>
        </pc:sldMkLst>
        <pc:spChg chg="mod">
          <ac:chgData name="Herrmann Benjamin (HRL-Rt-TVT4.5)" userId="07e48e8b-8ce4-476c-905c-9c6c3d9f0e8f" providerId="ADAL" clId="{DF3D1096-A33B-454E-982D-996619DE450B}" dt="2025-11-10T13:15:04.829" v="2335" actId="20577"/>
          <ac:spMkLst>
            <pc:docMk/>
            <pc:sldMk cId="2407102353" sldId="270"/>
            <ac:spMk id="2" creationId="{1865B18D-3CC8-F9BF-A8A9-28FAF74EB584}"/>
          </ac:spMkLst>
        </pc:spChg>
        <pc:spChg chg="mod">
          <ac:chgData name="Herrmann Benjamin (HRL-Rt-TVT4.5)" userId="07e48e8b-8ce4-476c-905c-9c6c3d9f0e8f" providerId="ADAL" clId="{DF3D1096-A33B-454E-982D-996619DE450B}" dt="2025-11-10T13:15:12.661" v="2367" actId="20577"/>
          <ac:spMkLst>
            <pc:docMk/>
            <pc:sldMk cId="2407102353" sldId="270"/>
            <ac:spMk id="3" creationId="{1C87649E-FDBD-5BFC-70E5-039CC668D141}"/>
          </ac:spMkLst>
        </pc:spChg>
        <pc:spChg chg="mod">
          <ac:chgData name="Herrmann Benjamin (HRL-Rt-TVT4.5)" userId="07e48e8b-8ce4-476c-905c-9c6c3d9f0e8f" providerId="ADAL" clId="{DF3D1096-A33B-454E-982D-996619DE450B}" dt="2025-11-10T13:17:00.558" v="2411" actId="20577"/>
          <ac:spMkLst>
            <pc:docMk/>
            <pc:sldMk cId="2407102353" sldId="270"/>
            <ac:spMk id="4" creationId="{33987354-B4DF-D124-090C-3C6DDF2E7EDB}"/>
          </ac:spMkLst>
        </pc:spChg>
        <pc:spChg chg="mod">
          <ac:chgData name="Herrmann Benjamin (HRL-Rt-TVT4.5)" userId="07e48e8b-8ce4-476c-905c-9c6c3d9f0e8f" providerId="ADAL" clId="{DF3D1096-A33B-454E-982D-996619DE450B}" dt="2025-11-10T13:18:16.887" v="2474" actId="255"/>
          <ac:spMkLst>
            <pc:docMk/>
            <pc:sldMk cId="2407102353" sldId="270"/>
            <ac:spMk id="5" creationId="{04651C27-E90F-EEFB-CD10-87E2F3D7F64C}"/>
          </ac:spMkLst>
        </pc:spChg>
        <pc:spChg chg="mod">
          <ac:chgData name="Herrmann Benjamin (HRL-Rt-TVT4.5)" userId="07e48e8b-8ce4-476c-905c-9c6c3d9f0e8f" providerId="ADAL" clId="{DF3D1096-A33B-454E-982D-996619DE450B}" dt="2025-11-10T13:18:20.738" v="2475" actId="255"/>
          <ac:spMkLst>
            <pc:docMk/>
            <pc:sldMk cId="2407102353" sldId="270"/>
            <ac:spMk id="6" creationId="{B0273A80-5053-3CDA-3EAB-A1CE025131F9}"/>
          </ac:spMkLst>
        </pc:spChg>
        <pc:spChg chg="add mod">
          <ac:chgData name="Herrmann Benjamin (HRL-Rt-TVT4.5)" userId="07e48e8b-8ce4-476c-905c-9c6c3d9f0e8f" providerId="ADAL" clId="{DF3D1096-A33B-454E-982D-996619DE450B}" dt="2025-11-10T13:19:44.463" v="2502" actId="20577"/>
          <ac:spMkLst>
            <pc:docMk/>
            <pc:sldMk cId="2407102353" sldId="270"/>
            <ac:spMk id="8" creationId="{B12FB46D-63EC-6368-1558-88EC3F202E7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007911F-CEAF-4F0B-98BD-EFB38C6572AA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92D48B2-9EB0-4B37-9B35-FC11E2EA53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EB4CC976-E504-9F9B-AAA8-4B8F85DDABEF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37724B12-9637-FD34-B3B0-53E9BF1D1434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DB38986C-DCE5-D964-B0BA-9AB589C96711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9615C293-AF3D-B45D-E4FB-BC09FDE03C19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Folienüberschrift hinzufügen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Folienüberschrift hinzufügen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1"/>
              <a:t>Mastertextformat bearbeiten</a:t>
            </a:r>
          </a:p>
          <a:p>
            <a:pPr lvl="1"/>
            <a:r>
              <a:rPr lang="de-DE" noProof="1"/>
              <a:t>Zweite Ebene</a:t>
            </a:r>
          </a:p>
          <a:p>
            <a:pPr lvl="2"/>
            <a:r>
              <a:rPr lang="de-DE" noProof="1"/>
              <a:t>Dritte Ebene</a:t>
            </a:r>
          </a:p>
          <a:p>
            <a:pPr lvl="3"/>
            <a:r>
              <a:rPr lang="de-DE" noProof="1"/>
              <a:t>Vierte Ebene</a:t>
            </a:r>
          </a:p>
          <a:p>
            <a:pPr lvl="4"/>
            <a:r>
              <a:rPr lang="de-DE" noProof="1"/>
              <a:t>Fünfte Ebene</a:t>
            </a:r>
            <a:endParaRPr lang="en-US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HRL-Rt-TVT4.5 | 10.11.2025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2025. Alle Rechte vorbehalten, auch bzgl. jeder Verfügung, Verwertung, Reproduktion, Bearbeitung, Weitergabe sowie für den Fall von Schutzrechtsanmeldungen.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D0E694B8-E9F8-9E6C-E023-FF3D9F3262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064466"/>
            <a:ext cx="10969625" cy="4106147"/>
          </a:xfrm>
          <a:prstGeom prst="rect">
            <a:avLst/>
          </a:prstGeom>
        </p:spPr>
      </p:pic>
      <p:sp>
        <p:nvSpPr>
          <p:cNvPr id="24" name="Titel 23">
            <a:extLst>
              <a:ext uri="{FF2B5EF4-FFF2-40B4-BE49-F238E27FC236}">
                <a16:creationId xmlns:a16="http://schemas.microsoft.com/office/drawing/2014/main" id="{3D8583B8-99E5-2985-012C-6DC417A7A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200" y="2940058"/>
            <a:ext cx="5728554" cy="1025141"/>
          </a:xfrm>
        </p:spPr>
        <p:txBody>
          <a:bodyPr>
            <a:normAutofit/>
          </a:bodyPr>
          <a:lstStyle/>
          <a:p>
            <a:r>
              <a:rPr lang="de-DE" dirty="0" err="1"/>
              <a:t>EtherNet</a:t>
            </a:r>
            <a:r>
              <a:rPr lang="de-DE" dirty="0"/>
              <a:t> / IP</a:t>
            </a:r>
            <a:br>
              <a:rPr lang="de-DE" dirty="0"/>
            </a:br>
            <a:r>
              <a:rPr lang="de-DE" sz="2200" dirty="0"/>
              <a:t>Das Ethernet-Protokoll für die Industrie 4.0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A9FDBDF2-78ED-F972-077B-78A1F78816B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547200" y="4241130"/>
            <a:ext cx="2281969" cy="1025141"/>
          </a:xfrm>
        </p:spPr>
        <p:txBody>
          <a:bodyPr>
            <a:normAutofit/>
          </a:bodyPr>
          <a:lstStyle/>
          <a:p>
            <a:r>
              <a:rPr lang="de-DE" sz="1800" dirty="0"/>
              <a:t>Benjamin Herrmann</a:t>
            </a:r>
          </a:p>
          <a:p>
            <a:r>
              <a:rPr lang="de-DE" sz="1800" dirty="0"/>
              <a:t>HRL-TVT 4.5</a:t>
            </a:r>
          </a:p>
          <a:p>
            <a:r>
              <a:rPr lang="de-DE" sz="1800" dirty="0"/>
              <a:t>10.11.2025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8A9CF426-910E-0603-6D23-C93A164F6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24" r="610" b="32860"/>
          <a:stretch/>
        </p:blipFill>
        <p:spPr>
          <a:xfrm>
            <a:off x="5008640" y="4420660"/>
            <a:ext cx="3576747" cy="66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4B5492C6-84ED-B5B6-AD9D-E55E671F2D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I. Funktionsweise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EE2B3E92-9C89-631E-7150-088A05DA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haben Netflix und eine Bosch Produktionslinie gemeinsam?</a:t>
            </a:r>
          </a:p>
        </p:txBody>
      </p:sp>
      <p:sp>
        <p:nvSpPr>
          <p:cNvPr id="32" name="Inhaltsplatzhalter 31">
            <a:extLst>
              <a:ext uri="{FF2B5EF4-FFF2-40B4-BE49-F238E27FC236}">
                <a16:creationId xmlns:a16="http://schemas.microsoft.com/office/drawing/2014/main" id="{4E3FF09A-7594-CC83-5FEF-1BC279CD5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3600" y="2018271"/>
            <a:ext cx="4914000" cy="3592669"/>
          </a:xfrm>
        </p:spPr>
        <p:txBody>
          <a:bodyPr/>
          <a:lstStyle/>
          <a:p>
            <a:pPr marL="0" indent="0" algn="ctr">
              <a:buNone/>
            </a:pPr>
            <a:r>
              <a:rPr lang="de-DE" b="1" dirty="0" err="1"/>
              <a:t>EtherNet</a:t>
            </a:r>
            <a:r>
              <a:rPr lang="de-DE" b="1" dirty="0"/>
              <a:t> / IP</a:t>
            </a:r>
          </a:p>
          <a:p>
            <a:pPr marL="0" indent="0">
              <a:buNone/>
            </a:pPr>
            <a:r>
              <a:rPr lang="de-DE" dirty="0"/>
              <a:t>✔️ Standard TCP / IP</a:t>
            </a:r>
          </a:p>
          <a:p>
            <a:pPr marL="0" indent="0">
              <a:buNone/>
            </a:pPr>
            <a:r>
              <a:rPr lang="de-DE" dirty="0"/>
              <a:t>✔️ Echtzeit – Daten</a:t>
            </a:r>
          </a:p>
          <a:p>
            <a:pPr marL="0" indent="0">
              <a:buNone/>
            </a:pPr>
            <a:r>
              <a:rPr lang="de-DE" dirty="0"/>
              <a:t>✔️ Normales Ethernet</a:t>
            </a:r>
          </a:p>
          <a:p>
            <a:pPr marL="0" indent="0">
              <a:buNone/>
            </a:pPr>
            <a:r>
              <a:rPr lang="de-DE" dirty="0"/>
              <a:t>✔️ “Streamt“ Produktionsdaten</a:t>
            </a:r>
          </a:p>
        </p:txBody>
      </p:sp>
      <p:sp>
        <p:nvSpPr>
          <p:cNvPr id="34" name="Inhaltsplatzhalter 33">
            <a:extLst>
              <a:ext uri="{FF2B5EF4-FFF2-40B4-BE49-F238E27FC236}">
                <a16:creationId xmlns:a16="http://schemas.microsoft.com/office/drawing/2014/main" id="{67968526-00E5-230B-BEA1-BA11E19CD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5200" y="2018272"/>
            <a:ext cx="4914000" cy="3592669"/>
          </a:xfrm>
        </p:spPr>
        <p:txBody>
          <a:bodyPr/>
          <a:lstStyle/>
          <a:p>
            <a:pPr marL="0" indent="0" algn="ctr">
              <a:buNone/>
            </a:pPr>
            <a:r>
              <a:rPr lang="de-DE" b="1" dirty="0"/>
              <a:t>Netflix</a:t>
            </a:r>
          </a:p>
          <a:p>
            <a:pPr marL="0" indent="0">
              <a:buNone/>
            </a:pPr>
            <a:r>
              <a:rPr lang="de-DE" dirty="0"/>
              <a:t>✔️ Standard TCP / IP</a:t>
            </a:r>
          </a:p>
          <a:p>
            <a:pPr marL="0" indent="0">
              <a:buNone/>
            </a:pPr>
            <a:r>
              <a:rPr lang="de-DE" dirty="0"/>
              <a:t>✔️ Echtzeit – Streaming</a:t>
            </a:r>
          </a:p>
          <a:p>
            <a:pPr marL="0" indent="0">
              <a:buNone/>
            </a:pPr>
            <a:r>
              <a:rPr lang="de-DE" dirty="0"/>
              <a:t>✔️ Normales Ethernet</a:t>
            </a:r>
          </a:p>
          <a:p>
            <a:pPr marL="0" indent="0">
              <a:buNone/>
            </a:pPr>
            <a:r>
              <a:rPr lang="de-DE" dirty="0"/>
              <a:t>✔️ Streamt Serien &amp; Filme</a:t>
            </a:r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AC808106-423B-CE57-216C-2248DAD2AD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88" t="26621" r="9559" b="24069"/>
          <a:stretch/>
        </p:blipFill>
        <p:spPr>
          <a:xfrm>
            <a:off x="5762785" y="1271325"/>
            <a:ext cx="1980783" cy="501091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F9BAD2B1-3C45-47A1-7A72-95CD5A529E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220" b="22253"/>
          <a:stretch/>
        </p:blipFill>
        <p:spPr>
          <a:xfrm>
            <a:off x="1509753" y="1106367"/>
            <a:ext cx="2304894" cy="758795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C3DF5801-A312-7151-39E3-D5E4CD6831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t="36017" r="621" b="34687"/>
          <a:stretch/>
        </p:blipFill>
        <p:spPr>
          <a:xfrm>
            <a:off x="8029811" y="1311502"/>
            <a:ext cx="2638189" cy="432067"/>
          </a:xfrm>
          <a:prstGeom prst="rect">
            <a:avLst/>
          </a:prstGeom>
        </p:spPr>
      </p:pic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017655E2-9F28-1D4E-2487-9A4F15FBAD1C}"/>
              </a:ext>
            </a:extLst>
          </p:cNvPr>
          <p:cNvCxnSpPr>
            <a:cxnSpLocks/>
          </p:cNvCxnSpPr>
          <p:nvPr/>
        </p:nvCxnSpPr>
        <p:spPr>
          <a:xfrm flipH="1">
            <a:off x="7792994" y="1287801"/>
            <a:ext cx="203865" cy="472244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hteck: abgerundete Ecken 47">
            <a:extLst>
              <a:ext uri="{FF2B5EF4-FFF2-40B4-BE49-F238E27FC236}">
                <a16:creationId xmlns:a16="http://schemas.microsoft.com/office/drawing/2014/main" id="{90D46807-CC7B-3EC4-621C-1D07559613FC}"/>
              </a:ext>
            </a:extLst>
          </p:cNvPr>
          <p:cNvSpPr/>
          <p:nvPr/>
        </p:nvSpPr>
        <p:spPr>
          <a:xfrm>
            <a:off x="1509753" y="4053016"/>
            <a:ext cx="7815479" cy="1219200"/>
          </a:xfrm>
          <a:prstGeom prst="roundRect">
            <a:avLst/>
          </a:prstGeom>
          <a:noFill/>
          <a:ln w="41275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Das Besondere: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kern="0" dirty="0">
                <a:solidFill>
                  <a:srgbClr val="000000"/>
                </a:solidFill>
                <a:latin typeface="Bosch Office Sans"/>
              </a:rPr>
              <a:t>Keine teure Spezial – Hardware nötig – nutzt dieselbe Technologie wie ein Router zu Hause!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9459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001646-CF0D-34C4-AD4A-2DE8D42A5D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I. Funktionsweise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B778A6-14F5-25D2-272A-9B2C41C04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</a:t>
            </a:r>
            <a:r>
              <a:rPr lang="de-DE" dirty="0" err="1"/>
              <a:t>EtherNet</a:t>
            </a:r>
            <a:r>
              <a:rPr lang="de-DE" dirty="0"/>
              <a:t> / IP? - Funktionsprinzip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A99136E-9821-CDEE-3B7D-C7152CC2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78C8B919-A10D-1177-7FBA-F4E5D30D51AA}"/>
              </a:ext>
            </a:extLst>
          </p:cNvPr>
          <p:cNvSpPr/>
          <p:nvPr/>
        </p:nvSpPr>
        <p:spPr>
          <a:xfrm>
            <a:off x="1026846" y="1573899"/>
            <a:ext cx="5163536" cy="1564716"/>
          </a:xfrm>
          <a:prstGeom prst="roundRect">
            <a:avLst/>
          </a:prstGeom>
          <a:noFill/>
          <a:ln w="25400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700" b="1" kern="0" dirty="0" err="1">
                <a:solidFill>
                  <a:srgbClr val="004975"/>
                </a:solidFill>
                <a:latin typeface="Bosch Office Sans"/>
              </a:rPr>
              <a:t>EtherNet</a:t>
            </a:r>
            <a:r>
              <a:rPr lang="de-DE" sz="1700" b="1" kern="0" dirty="0">
                <a:solidFill>
                  <a:srgbClr val="004975"/>
                </a:solidFill>
                <a:latin typeface="Bosch Office Sans"/>
              </a:rPr>
              <a:t> / IP = Ethernet Industrial Protocol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• Basiert auf Standard – Ethernet (Layer 1 + 2)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700" kern="0" dirty="0">
                <a:solidFill>
                  <a:srgbClr val="000000"/>
                </a:solidFill>
                <a:latin typeface="Bosch Office Sans"/>
              </a:rPr>
              <a:t>• Nutzt TCP / IP und UDP (Layer 3 + 4)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700" kern="0" dirty="0">
                <a:solidFill>
                  <a:srgbClr val="000000"/>
                </a:solidFill>
                <a:latin typeface="Bosch Office Sans"/>
              </a:rPr>
              <a:t>+ CIP auf Layer 5 – 7 (Anwendungsebene)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90AFFD3-A45E-D904-AF32-311A3CFD7ACC}"/>
              </a:ext>
            </a:extLst>
          </p:cNvPr>
          <p:cNvSpPr txBox="1"/>
          <p:nvPr/>
        </p:nvSpPr>
        <p:spPr>
          <a:xfrm>
            <a:off x="906604" y="1168842"/>
            <a:ext cx="5404021" cy="3224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Die Grundlagen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30A34A7-74F0-729D-BD3E-A613BB8CE386}"/>
              </a:ext>
            </a:extLst>
          </p:cNvPr>
          <p:cNvSpPr txBox="1"/>
          <p:nvPr/>
        </p:nvSpPr>
        <p:spPr>
          <a:xfrm>
            <a:off x="7372310" y="1206375"/>
            <a:ext cx="3412232" cy="3224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OSI-Modell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6DDCA482-1279-2518-EFD1-CEF2A8CD0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853" y="1595175"/>
            <a:ext cx="3371147" cy="3418230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CE2F050C-1F9E-204D-6CE9-9AC7A47FCC51}"/>
              </a:ext>
            </a:extLst>
          </p:cNvPr>
          <p:cNvSpPr txBox="1"/>
          <p:nvPr/>
        </p:nvSpPr>
        <p:spPr>
          <a:xfrm>
            <a:off x="906604" y="3304290"/>
            <a:ext cx="5404021" cy="3224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Zwei Kommunikationswege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2C0AD7E5-95A5-F291-A1A3-88019E9842E1}"/>
              </a:ext>
            </a:extLst>
          </p:cNvPr>
          <p:cNvSpPr/>
          <p:nvPr/>
        </p:nvSpPr>
        <p:spPr>
          <a:xfrm>
            <a:off x="184586" y="3755240"/>
            <a:ext cx="3371146" cy="1767371"/>
          </a:xfrm>
          <a:prstGeom prst="roundRect">
            <a:avLst/>
          </a:prstGeom>
          <a:noFill/>
          <a:ln w="25400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R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de-DE" sz="1700" b="1" kern="0" dirty="0">
                <a:solidFill>
                  <a:srgbClr val="004975"/>
                </a:solidFill>
                <a:latin typeface="Bosch Office Sans"/>
              </a:rPr>
              <a:t>1. </a:t>
            </a:r>
            <a:r>
              <a:rPr lang="de-DE" sz="1700" b="1" kern="0" dirty="0" err="1">
                <a:solidFill>
                  <a:srgbClr val="004975"/>
                </a:solidFill>
                <a:latin typeface="Bosch Office Sans"/>
              </a:rPr>
              <a:t>Implicit</a:t>
            </a:r>
            <a:r>
              <a:rPr lang="de-DE" sz="1700" b="1" kern="0" dirty="0">
                <a:solidFill>
                  <a:srgbClr val="004975"/>
                </a:solidFill>
                <a:latin typeface="Bosch Office Sans"/>
              </a:rPr>
              <a:t> Messages (I / O)</a:t>
            </a:r>
          </a:p>
          <a:p>
            <a:pPr marL="285750" marR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</a:pPr>
            <a:r>
              <a:rPr kumimoji="0" lang="de-DE" sz="17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  <a:sym typeface="Wingdings" panose="05000000000000000000" pitchFamily="2" charset="2"/>
              </a:rPr>
              <a:t>UD</a:t>
            </a:r>
            <a:r>
              <a:rPr lang="de-DE" sz="1700" b="1" kern="0" dirty="0">
                <a:latin typeface="Bosch Office Sans"/>
                <a:sym typeface="Wingdings" panose="05000000000000000000" pitchFamily="2" charset="2"/>
              </a:rPr>
              <a:t>P, schnell, zyklisch</a:t>
            </a:r>
          </a:p>
          <a:p>
            <a:pPr marL="285750" marR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</a:pPr>
            <a:r>
              <a:rPr kumimoji="0" lang="de-DE" sz="17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  <a:sym typeface="Wingdings" panose="05000000000000000000" pitchFamily="2" charset="2"/>
              </a:rPr>
              <a:t>Für Sensoren &amp; Aktoren</a:t>
            </a:r>
            <a:endParaRPr kumimoji="0" lang="de-DE" sz="1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83F2AE61-7346-7E86-67AE-C43DD20870EC}"/>
              </a:ext>
            </a:extLst>
          </p:cNvPr>
          <p:cNvSpPr/>
          <p:nvPr/>
        </p:nvSpPr>
        <p:spPr>
          <a:xfrm>
            <a:off x="3708408" y="3755239"/>
            <a:ext cx="3371147" cy="1767372"/>
          </a:xfrm>
          <a:prstGeom prst="roundRect">
            <a:avLst/>
          </a:prstGeom>
          <a:noFill/>
          <a:ln w="25400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R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de-DE" sz="1700" b="1" kern="0" dirty="0">
                <a:solidFill>
                  <a:srgbClr val="004975"/>
                </a:solidFill>
                <a:latin typeface="Bosch Office Sans"/>
              </a:rPr>
              <a:t>2. Explicit Messages (</a:t>
            </a:r>
            <a:r>
              <a:rPr lang="de-DE" sz="1700" b="1" kern="0" dirty="0" err="1">
                <a:solidFill>
                  <a:srgbClr val="004975"/>
                </a:solidFill>
                <a:latin typeface="Bosch Office Sans"/>
              </a:rPr>
              <a:t>Config</a:t>
            </a:r>
            <a:r>
              <a:rPr lang="de-DE" sz="1700" b="1" kern="0" dirty="0">
                <a:solidFill>
                  <a:srgbClr val="004975"/>
                </a:solidFill>
                <a:latin typeface="Bosch Office Sans"/>
              </a:rPr>
              <a:t>)</a:t>
            </a:r>
          </a:p>
          <a:p>
            <a:pPr marL="285750" marR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</a:pPr>
            <a:r>
              <a:rPr kumimoji="0" lang="de-DE" sz="17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  <a:sym typeface="Wingdings" panose="05000000000000000000" pitchFamily="2" charset="2"/>
              </a:rPr>
              <a:t>TCP, zuverlässig, bei Bedarf</a:t>
            </a:r>
            <a:endParaRPr lang="de-DE" sz="1700" b="1" kern="0" dirty="0">
              <a:latin typeface="Bosch Office Sans"/>
              <a:sym typeface="Wingdings" panose="05000000000000000000" pitchFamily="2" charset="2"/>
            </a:endParaRPr>
          </a:p>
          <a:p>
            <a:pPr marL="285750" marR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</a:pPr>
            <a:r>
              <a:rPr kumimoji="0" lang="de-DE" sz="17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  <a:sym typeface="Wingdings" panose="05000000000000000000" pitchFamily="2" charset="2"/>
              </a:rPr>
              <a:t>Für Konfiguration &amp; Diagnose</a:t>
            </a:r>
            <a:endParaRPr kumimoji="0" lang="de-DE" sz="1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952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E57E6BC0-B2E1-5E9C-FDCA-27F50D764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Kommunikationsmodelle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7EB0114-BB47-645B-48A9-567051FF1E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I. Funktionsweise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BA8C2B-3894-CE55-0A29-813072B9E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pic>
        <p:nvPicPr>
          <p:cNvPr id="22" name="Inhaltsplatzhalter 21">
            <a:extLst>
              <a:ext uri="{FF2B5EF4-FFF2-40B4-BE49-F238E27FC236}">
                <a16:creationId xmlns:a16="http://schemas.microsoft.com/office/drawing/2014/main" id="{0858FDCF-951D-B300-89AA-C09E36FF02B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969" y="1130581"/>
            <a:ext cx="10189262" cy="4366827"/>
          </a:xfrm>
        </p:spPr>
      </p:pic>
    </p:spTree>
    <p:extLst>
      <p:ext uri="{BB962C8B-B14F-4D97-AF65-F5344CB8AC3E}">
        <p14:creationId xmlns:p14="http://schemas.microsoft.com/office/powerpoint/2010/main" val="192773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A8672D-D78B-5177-6C69-F133FF5C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schnell ist </a:t>
            </a:r>
            <a:r>
              <a:rPr lang="de-DE" dirty="0" err="1"/>
              <a:t>EtherNet</a:t>
            </a:r>
            <a:r>
              <a:rPr lang="de-DE" dirty="0"/>
              <a:t> / IP 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555135-0459-98C6-83F9-40945536FA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II. Performance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ACFF7-654F-6618-839B-BAD145922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</a:t>
            </a:fld>
            <a:endParaRPr lang="en-US" noProof="1"/>
          </a:p>
        </p:txBody>
      </p:sp>
      <p:pic>
        <p:nvPicPr>
          <p:cNvPr id="15" name="Inhaltsplatzhalter 14">
            <a:extLst>
              <a:ext uri="{FF2B5EF4-FFF2-40B4-BE49-F238E27FC236}">
                <a16:creationId xmlns:a16="http://schemas.microsoft.com/office/drawing/2014/main" id="{A1081B86-26BA-9CFC-7454-D38DC26AA24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" t="5195" r="8457" b="4110"/>
          <a:stretch/>
        </p:blipFill>
        <p:spPr>
          <a:xfrm>
            <a:off x="1744004" y="1202726"/>
            <a:ext cx="7481616" cy="4209535"/>
          </a:xfrm>
        </p:spPr>
      </p:pic>
    </p:spTree>
    <p:extLst>
      <p:ext uri="{BB962C8B-B14F-4D97-AF65-F5344CB8AC3E}">
        <p14:creationId xmlns:p14="http://schemas.microsoft.com/office/powerpoint/2010/main" val="213856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7A2E71-D326-6E78-4533-5D6BF77FE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ist das Netzwerk aufgebaut 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DD5525-29DC-DF64-BCB5-906AF01AA3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III. Topologie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ABCDAD7C-FF6F-8840-8E74-AD9D766A676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5" t="3070" r="5093" b="3593"/>
          <a:stretch/>
        </p:blipFill>
        <p:spPr>
          <a:xfrm>
            <a:off x="1681814" y="1187938"/>
            <a:ext cx="7605996" cy="4324495"/>
          </a:xfr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D15947-9448-9650-D95F-8784F5ECA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520708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1BF756-9891-6122-F1A8-AD217639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technischen Details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D49846-9C95-EDF2-3558-33C04B66D4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IV. Protokolleigenschaften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37E88C29-BBFE-F393-567D-60B3E1F9E33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95" r="-90" b="2856"/>
          <a:stretch/>
        </p:blipFill>
        <p:spPr>
          <a:xfrm>
            <a:off x="1281418" y="1195751"/>
            <a:ext cx="8406788" cy="4282831"/>
          </a:xfr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73814B-0327-A1EE-B097-29EF5542B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11538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C6E750-3708-17C2-EE6C-C3CBD8D35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kostet </a:t>
            </a:r>
            <a:r>
              <a:rPr lang="de-DE" dirty="0" err="1"/>
              <a:t>EtherNet</a:t>
            </a:r>
            <a:r>
              <a:rPr lang="de-DE" dirty="0"/>
              <a:t> / IP 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7FC915-2605-586C-D320-E050DB4C5D2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V. Kosten</a:t>
            </a:r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5D9120CC-B969-1AD0-AE6A-2DAE3E721F1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7" t="4653" r="4057" b="3592"/>
          <a:stretch/>
        </p:blipFill>
        <p:spPr>
          <a:xfrm>
            <a:off x="1707957" y="1268800"/>
            <a:ext cx="7553286" cy="4165600"/>
          </a:xfr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331F174-AFE3-AD48-7E1B-07033E8B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758847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5954FB-5E29-9902-E204-04E1FBE6AA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VI. Diagnose und Fehlersuche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4290BCE-44FE-62E4-708E-763998DB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Troubleshooting leicht gemacht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BC484DC-FAA4-EE47-8272-CCB785EF34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500" b="1" dirty="0"/>
              <a:t>Integrierte Diagnose-Tools</a:t>
            </a:r>
          </a:p>
          <a:p>
            <a:r>
              <a:rPr lang="de-DE" sz="1500" u="sng" dirty="0"/>
              <a:t>Webserver</a:t>
            </a:r>
          </a:p>
          <a:p>
            <a:pPr marL="0" indent="0">
              <a:buNone/>
            </a:pPr>
            <a:r>
              <a:rPr lang="de-DE" sz="1500" dirty="0"/>
              <a:t>Jedes </a:t>
            </a:r>
            <a:r>
              <a:rPr lang="de-DE" sz="1500" dirty="0" err="1"/>
              <a:t>EtherNet</a:t>
            </a:r>
            <a:r>
              <a:rPr lang="de-DE" sz="1500" dirty="0"/>
              <a:t>/IP-Gerät hat einen integrierten Webserver</a:t>
            </a:r>
          </a:p>
          <a:p>
            <a:pPr marL="0" indent="0">
              <a:buNone/>
            </a:pPr>
            <a:r>
              <a:rPr lang="de-DE" sz="1500" dirty="0"/>
              <a:t>Einfach IP im Browser eingeben: 192.168.1.100</a:t>
            </a:r>
          </a:p>
          <a:p>
            <a:r>
              <a:rPr lang="de-DE" sz="1500" u="sng" dirty="0"/>
              <a:t>LED-Status</a:t>
            </a:r>
          </a:p>
          <a:p>
            <a:pPr marL="0" indent="0">
              <a:buNone/>
            </a:pPr>
            <a:r>
              <a:rPr lang="de-DE" sz="1500" dirty="0"/>
              <a:t>- </a:t>
            </a:r>
            <a:r>
              <a:rPr lang="de-DE" sz="1500" dirty="0">
                <a:solidFill>
                  <a:srgbClr val="00884A"/>
                </a:solidFill>
              </a:rPr>
              <a:t>Grün</a:t>
            </a:r>
            <a:r>
              <a:rPr lang="de-DE" sz="1500" dirty="0"/>
              <a:t> = OK</a:t>
            </a:r>
          </a:p>
          <a:p>
            <a:pPr marL="0" indent="0">
              <a:buNone/>
            </a:pPr>
            <a:r>
              <a:rPr lang="de-DE" sz="1500" dirty="0"/>
              <a:t>- </a:t>
            </a:r>
            <a:r>
              <a:rPr lang="de-DE" sz="1500" dirty="0">
                <a:solidFill>
                  <a:srgbClr val="ED0007"/>
                </a:solidFill>
              </a:rPr>
              <a:t>Rot</a:t>
            </a:r>
            <a:r>
              <a:rPr lang="de-DE" sz="1500" dirty="0"/>
              <a:t> = Fehler</a:t>
            </a:r>
          </a:p>
          <a:p>
            <a:pPr marL="0" indent="0">
              <a:buNone/>
            </a:pPr>
            <a:r>
              <a:rPr lang="de-DE" sz="1500" dirty="0"/>
              <a:t>- </a:t>
            </a:r>
            <a:r>
              <a:rPr lang="de-DE" sz="1500" dirty="0">
                <a:solidFill>
                  <a:srgbClr val="007BC0"/>
                </a:solidFill>
              </a:rPr>
              <a:t>Blinken</a:t>
            </a:r>
            <a:r>
              <a:rPr lang="de-DE" sz="1500" dirty="0"/>
              <a:t> = Kommunikation aktiv</a:t>
            </a:r>
          </a:p>
          <a:p>
            <a:r>
              <a:rPr lang="de-DE" sz="1500" u="sng" dirty="0"/>
              <a:t>Standard-IT-Tools</a:t>
            </a:r>
          </a:p>
          <a:p>
            <a:pPr>
              <a:buFontTx/>
              <a:buChar char="-"/>
            </a:pPr>
            <a:r>
              <a:rPr lang="de-DE" sz="1500" dirty="0"/>
              <a:t>Wireshark: Traffic analysieren</a:t>
            </a:r>
          </a:p>
          <a:p>
            <a:pPr>
              <a:buFontTx/>
              <a:buChar char="-"/>
            </a:pPr>
            <a:r>
              <a:rPr lang="de-DE" sz="1500" dirty="0"/>
              <a:t>Ping: Erreichbarkeit prüfen</a:t>
            </a:r>
          </a:p>
          <a:p>
            <a:pPr>
              <a:buFontTx/>
              <a:buChar char="-"/>
            </a:pPr>
            <a:r>
              <a:rPr lang="de-DE" sz="1500" dirty="0"/>
              <a:t>LLDP: Topologie-Erkennung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18ECDCE-B52C-DEEA-0367-94864A11B3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700" b="1" dirty="0"/>
              <a:t>Fehlersuche in 3 Schritten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e-DE" sz="1700" u="sng" dirty="0"/>
              <a:t>Schritt 1: LED-Check</a:t>
            </a:r>
          </a:p>
          <a:p>
            <a:pPr marL="0" indent="0">
              <a:buNone/>
            </a:pPr>
            <a:r>
              <a:rPr lang="de-DE" sz="1600" dirty="0"/>
              <a:t>Leuchten die Status-LEDs an allen Geräten?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e-DE" sz="1700" u="sng" dirty="0"/>
              <a:t>Schritt 2: Ping-Test</a:t>
            </a:r>
          </a:p>
          <a:p>
            <a:pPr marL="0" indent="0">
              <a:buNone/>
            </a:pPr>
            <a:r>
              <a:rPr lang="de-DE" sz="1600" dirty="0"/>
              <a:t>Ist das Gerät im Netzwerk erreichbar? </a:t>
            </a:r>
          </a:p>
          <a:p>
            <a:pPr marL="0" indent="0">
              <a:buNone/>
            </a:pPr>
            <a:r>
              <a:rPr lang="de-DE" sz="1700" dirty="0"/>
              <a:t>Ping 192.168.1.100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e-DE" sz="1700" u="sng" dirty="0"/>
              <a:t>Schritt 3: Webserver </a:t>
            </a:r>
          </a:p>
          <a:p>
            <a:pPr marL="0" indent="0">
              <a:buNone/>
            </a:pPr>
            <a:r>
              <a:rPr lang="de-DE" sz="1600" dirty="0"/>
              <a:t>Status-Seite im Browser aufrufen und Details prüfen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FFFA0D5-95F0-F7A4-CCD4-9F61D7EEFF68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Beispiel Fehler Diagnose </a:t>
            </a:r>
            <a:r>
              <a:rPr lang="de-DE" sz="1600" u="sng" dirty="0"/>
              <a:t>Problem</a:t>
            </a:r>
            <a:r>
              <a:rPr lang="de-DE" sz="1600" dirty="0"/>
              <a:t>: Ein Sensor meldet sich nicht mehr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600" u="sng" dirty="0"/>
              <a:t>Lösung</a:t>
            </a:r>
            <a:r>
              <a:rPr lang="de-DE" sz="1600" dirty="0"/>
              <a:t>: </a:t>
            </a:r>
          </a:p>
          <a:p>
            <a:pPr marL="0" indent="0">
              <a:buNone/>
            </a:pPr>
            <a:r>
              <a:rPr lang="de-DE" sz="1600" dirty="0">
                <a:sym typeface="Wingdings" panose="05000000000000000000" pitchFamily="2" charset="2"/>
              </a:rPr>
              <a:t> </a:t>
            </a:r>
            <a:r>
              <a:rPr lang="de-DE" sz="1600" dirty="0"/>
              <a:t>LED grün </a:t>
            </a:r>
          </a:p>
          <a:p>
            <a:pPr marL="0" indent="0">
              <a:buNone/>
            </a:pPr>
            <a:r>
              <a:rPr lang="de-DE" sz="1600" dirty="0">
                <a:sym typeface="Wingdings" panose="05000000000000000000" pitchFamily="2" charset="2"/>
              </a:rPr>
              <a:t> Switch blinkt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sz="1600" dirty="0">
                <a:sym typeface="Wingdings" panose="05000000000000000000" pitchFamily="2" charset="2"/>
              </a:rPr>
              <a:t>Ping </a:t>
            </a:r>
            <a:r>
              <a:rPr lang="de-DE" sz="1600" dirty="0" err="1">
                <a:sym typeface="Wingdings" panose="05000000000000000000" pitchFamily="2" charset="2"/>
              </a:rPr>
              <a:t>timeout</a:t>
            </a:r>
            <a:endParaRPr lang="de-DE" sz="16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sz="1600" u="sng" dirty="0">
                <a:sym typeface="Wingdings" panose="05000000000000000000" pitchFamily="2" charset="2"/>
              </a:rPr>
              <a:t>Ursache</a:t>
            </a:r>
            <a:r>
              <a:rPr lang="de-DE" sz="1600" dirty="0">
                <a:sym typeface="Wingdings" panose="05000000000000000000" pitchFamily="2" charset="2"/>
              </a:rPr>
              <a:t>: IP-Adresse war doppelt vergeben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600" u="sng" dirty="0">
                <a:sym typeface="Wingdings" panose="05000000000000000000" pitchFamily="2" charset="2"/>
              </a:rPr>
              <a:t>Fix</a:t>
            </a:r>
            <a:r>
              <a:rPr lang="de-DE" sz="1600" dirty="0">
                <a:sym typeface="Wingdings" panose="05000000000000000000" pitchFamily="2" charset="2"/>
              </a:rPr>
              <a:t>: DHCP neu konfigurieren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600" b="1" dirty="0">
                <a:sym typeface="Wingdings" panose="05000000000000000000" pitchFamily="2" charset="2"/>
              </a:rPr>
              <a:t>Problem in wenigen Minuten gelöst</a:t>
            </a:r>
            <a:endParaRPr lang="de-DE" sz="1600" b="1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6B5782C-D82C-BEE5-2B4F-817A003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9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950107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CD8B7CA-9B20-973C-6089-22A623E48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Cybersecurity</a:t>
            </a:r>
            <a:endParaRPr lang="de-DE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700B23F-F6E9-425D-7E74-D229E1EEDA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VII. Sicherheit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E2E93B62-30C4-DBCB-9637-1BA1EB847D9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7" t="4652" r="4471" b="2303"/>
          <a:stretch/>
        </p:blipFill>
        <p:spPr>
          <a:xfrm>
            <a:off x="493490" y="1184263"/>
            <a:ext cx="7649644" cy="4350304"/>
          </a:xfr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B76D5B-D575-CB4B-E3AF-0693F313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10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10483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5431A-9839-E82B-7F33-9B00C11A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Durchgängige Kommunikation – Von Sensor bis Cloud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AA1CC91-7CD1-4DA2-7778-88B105263A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VIII. Industrie 4.0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4DAFEC28-150C-6564-C4FA-5CD03140C8DA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" t="6863" r="14627" b="6725"/>
          <a:stretch/>
        </p:blipFill>
        <p:spPr>
          <a:xfrm>
            <a:off x="205200" y="1275664"/>
            <a:ext cx="7117496" cy="4151872"/>
          </a:xfr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1D06B2-DBEC-949A-A77A-FA8169568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11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557614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FD05C5-F116-BAD8-6F29-280B0EA01D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IX. Praxisbeispiel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6000A8-A741-BC9F-0769-C7A045E77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Bosch Reutlingen – Automatisierte Montagelinie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727AB51-7807-4275-CEA6-5D37E13AE2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000" b="1" dirty="0"/>
              <a:t>Aufbau</a:t>
            </a:r>
          </a:p>
          <a:p>
            <a:pPr marL="0" indent="0">
              <a:buNone/>
            </a:pPr>
            <a:r>
              <a:rPr lang="de-DE" dirty="0"/>
              <a:t>• 24 Roboter-Arbeitsplätze</a:t>
            </a:r>
          </a:p>
          <a:p>
            <a:pPr marL="0" indent="0">
              <a:buNone/>
            </a:pPr>
            <a:r>
              <a:rPr lang="de-DE" dirty="0"/>
              <a:t>• 180 Sensoren (Druck, Position, Qualität)</a:t>
            </a:r>
          </a:p>
          <a:p>
            <a:pPr marL="0" indent="0">
              <a:buNone/>
            </a:pPr>
            <a:r>
              <a:rPr lang="de-DE" dirty="0"/>
              <a:t>• 12 Schweißroboter (Normal)</a:t>
            </a:r>
          </a:p>
          <a:p>
            <a:pPr marL="0" indent="0">
              <a:buNone/>
            </a:pPr>
            <a:r>
              <a:rPr lang="de-DE" dirty="0"/>
              <a:t>• 3 Steuerungen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 Alles über </a:t>
            </a:r>
            <a:r>
              <a:rPr lang="de-DE" dirty="0" err="1">
                <a:sym typeface="Wingdings" panose="05000000000000000000" pitchFamily="2" charset="2"/>
              </a:rPr>
              <a:t>EtherNet</a:t>
            </a:r>
            <a:r>
              <a:rPr lang="de-DE" dirty="0">
                <a:sym typeface="Wingdings" panose="05000000000000000000" pitchFamily="2" charset="2"/>
              </a:rPr>
              <a:t>/IP vernetzt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9A4BDD0-519D-AF20-321E-94B594A7E7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000" b="1" dirty="0"/>
              <a:t>Daten fließen in Echtzeit</a:t>
            </a:r>
          </a:p>
          <a:p>
            <a:pPr marL="0" indent="0">
              <a:buNone/>
            </a:pPr>
            <a:r>
              <a:rPr lang="de-DE" dirty="0"/>
              <a:t>✔️ Produktionszahlen → MES</a:t>
            </a:r>
          </a:p>
          <a:p>
            <a:pPr marL="0" indent="0">
              <a:buNone/>
            </a:pPr>
            <a:r>
              <a:rPr lang="de-DE" dirty="0"/>
              <a:t>✔️ Qualitätsdaten → SAP</a:t>
            </a:r>
          </a:p>
          <a:p>
            <a:pPr marL="0" indent="0">
              <a:buNone/>
            </a:pPr>
            <a:r>
              <a:rPr lang="de-DE" dirty="0"/>
              <a:t>✔️  Maschinendaten → Wartungs-Dashboard</a:t>
            </a:r>
          </a:p>
          <a:p>
            <a:pPr marL="0" indent="0">
              <a:buNone/>
            </a:pPr>
            <a:r>
              <a:rPr lang="de-DE" dirty="0"/>
              <a:t>✔️  Energieverbrauch → Energie-Management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32A7E55-D6F4-8074-C76E-A707988D4198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000" b="1" dirty="0"/>
              <a:t>Zahlen pro Schicht</a:t>
            </a:r>
          </a:p>
          <a:p>
            <a:pPr marL="0" indent="0">
              <a:buNone/>
            </a:pPr>
            <a:r>
              <a:rPr lang="de-DE" dirty="0"/>
              <a:t>• 2.400 Bauteile produziert</a:t>
            </a:r>
          </a:p>
          <a:p>
            <a:pPr marL="0" indent="0">
              <a:buNone/>
            </a:pPr>
            <a:r>
              <a:rPr lang="de-DE" dirty="0"/>
              <a:t>• 432.000 Datenpunkte übertragen</a:t>
            </a:r>
          </a:p>
          <a:p>
            <a:pPr marL="0" indent="0">
              <a:buNone/>
            </a:pPr>
            <a:r>
              <a:rPr lang="de-DE" dirty="0"/>
              <a:t>• Zustandsupdate alle 50 ms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b="1" dirty="0">
                <a:sym typeface="Wingdings" panose="05000000000000000000" pitchFamily="2" charset="2"/>
              </a:rPr>
              <a:t> 8,6 Mio. Messages pro Schicht!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b="1" dirty="0">
                <a:sym typeface="Wingdings" panose="05000000000000000000" pitchFamily="2" charset="2"/>
              </a:rPr>
              <a:t> 300 Messages pro Sekunde</a:t>
            </a:r>
            <a:endParaRPr lang="de-DE" b="1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67AF3A-9242-0763-6848-547489F2A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12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520697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0D073EB-BC32-BACF-1474-2BB2B2908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EtherNet</a:t>
            </a:r>
            <a:r>
              <a:rPr lang="de-DE" dirty="0"/>
              <a:t> / IP vs. Konkurrenz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583AE19-D809-9E65-6C06-D4F5289FB1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X. Vergleich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267221DD-965E-D347-B053-F62107BC81A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09694" y="1199171"/>
            <a:ext cx="9749811" cy="3881681"/>
          </a:xfr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D9B951E-2807-98E0-A44A-D8B07E731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13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967807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05F937-6BC6-9D12-18D8-863B549494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X. Vergleich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55E5B31-D52C-6332-3238-6198514BD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Wann welcher Feldbus 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FEBD874-CA39-B696-2437-5844B4320F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 err="1"/>
              <a:t>EtherNet</a:t>
            </a:r>
            <a:r>
              <a:rPr lang="de-DE" b="1" dirty="0"/>
              <a:t> / IP perfekt für: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IT/OT-Integration wichtig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Standard-Hardware gewünscht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USA/Asien-Markt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Montage, Verpackung, Prozess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1EF5841-7D2C-628A-0157-02FE1A8194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PROFINET besser für: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Schnellere Zykluszeiten nötig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Siemens-Umfeld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Europa-Markt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Automotive-Industrie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8AAD984-842E-EB7E-D415-0285EF16F206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700" b="1" dirty="0"/>
              <a:t>EtherCAT besser für: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700" dirty="0"/>
              <a:t>Ultra-schnelle Motion Control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700" dirty="0"/>
              <a:t>High-Speed Robotik (&lt;100µs)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700" dirty="0"/>
              <a:t>Kompakte Maschinen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700" dirty="0"/>
              <a:t>Höchste Performance erforderlich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BA4A2E-69CB-3875-6351-094B9BBFE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14</a:t>
            </a:fld>
            <a:endParaRPr lang="en-US" noProof="1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7E5C6729-B259-9A65-455C-D205BAAEF282}"/>
              </a:ext>
            </a:extLst>
          </p:cNvPr>
          <p:cNvSpPr/>
          <p:nvPr/>
        </p:nvSpPr>
        <p:spPr>
          <a:xfrm>
            <a:off x="2862539" y="3913232"/>
            <a:ext cx="5244123" cy="1459445"/>
          </a:xfrm>
          <a:prstGeom prst="roundRect">
            <a:avLst/>
          </a:prstGeom>
          <a:noFill/>
          <a:ln w="31750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Fazit</a:t>
            </a:r>
          </a:p>
          <a:p>
            <a:r>
              <a:rPr lang="de-DE" sz="1400" dirty="0"/>
              <a:t>Es gibt nicht </a:t>
            </a:r>
            <a:r>
              <a:rPr lang="de-DE" sz="1400" i="1" dirty="0"/>
              <a:t>den besten</a:t>
            </a:r>
            <a:r>
              <a:rPr lang="de-DE" sz="1400" dirty="0"/>
              <a:t> Feldbus - es kommt auf die Anwendung an!</a:t>
            </a:r>
          </a:p>
          <a:p>
            <a:r>
              <a:rPr lang="de-DE" sz="1400" dirty="0"/>
              <a:t>Für die meisten Standard-Anwendungen ist </a:t>
            </a:r>
            <a:r>
              <a:rPr lang="de-DE" sz="1400" dirty="0" err="1"/>
              <a:t>EtherNet</a:t>
            </a:r>
            <a:r>
              <a:rPr lang="de-DE" sz="1400" dirty="0"/>
              <a:t> / IP mehr als ausreichend und bietet die beste IT-Integration.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7433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865B18D-3CC8-F9BF-A8A9-28FAF74EB5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XI. Zusammenfassung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C87649E-FDBD-5BFC-70E5-039CC668D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wichtigste auf einen Blick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987354-B4DF-D124-090C-3C6DDF2E7E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Stärken</a:t>
            </a:r>
          </a:p>
          <a:p>
            <a:r>
              <a:rPr lang="de-DE" sz="1500" dirty="0"/>
              <a:t>Einfache Integration in IT-Landschaft</a:t>
            </a:r>
          </a:p>
          <a:p>
            <a:r>
              <a:rPr lang="de-DE" sz="1500" dirty="0"/>
              <a:t>Kosteneffizient (Standard-Hardware)</a:t>
            </a:r>
          </a:p>
          <a:p>
            <a:r>
              <a:rPr lang="de-DE" sz="1500" dirty="0"/>
              <a:t>Weit verbreitet (30+ Mio. Knoten)</a:t>
            </a:r>
          </a:p>
          <a:p>
            <a:r>
              <a:rPr lang="de-DE" sz="1500" dirty="0"/>
              <a:t>Offener Standard (keine Lizenzkosten)</a:t>
            </a:r>
          </a:p>
          <a:p>
            <a:r>
              <a:rPr lang="de-DE" sz="1500" dirty="0"/>
              <a:t>IT-Tools verwendbar</a:t>
            </a:r>
          </a:p>
          <a:p>
            <a:r>
              <a:rPr lang="de-DE" sz="1500" dirty="0"/>
              <a:t>Industrie 4.0 </a:t>
            </a:r>
            <a:r>
              <a:rPr lang="de-DE" sz="1500" dirty="0" err="1"/>
              <a:t>ready</a:t>
            </a:r>
            <a:endParaRPr lang="de-DE" sz="1500" dirty="0"/>
          </a:p>
          <a:p>
            <a:r>
              <a:rPr lang="de-DE" sz="1500" dirty="0"/>
              <a:t>Gute Absicherung vor Angriffen</a:t>
            </a:r>
          </a:p>
          <a:p>
            <a:r>
              <a:rPr lang="de-DE" sz="1500" dirty="0"/>
              <a:t>Zukunftssicher (IoT, Cloud)</a:t>
            </a:r>
          </a:p>
          <a:p>
            <a:pPr marL="0" indent="0">
              <a:buNone/>
            </a:pPr>
            <a:endParaRPr lang="de-DE" sz="150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4651C27-E90F-EEFB-CD10-87E2F3D7F6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Schwächen</a:t>
            </a:r>
          </a:p>
          <a:p>
            <a:pPr marL="0" indent="0">
              <a:buNone/>
            </a:pPr>
            <a:r>
              <a:rPr lang="de-DE" sz="1600" dirty="0"/>
              <a:t>❌ Nicht für Ultra-High-Speed (Soft-Realtime)</a:t>
            </a:r>
          </a:p>
          <a:p>
            <a:pPr marL="0" indent="0">
              <a:buNone/>
            </a:pPr>
            <a:r>
              <a:rPr lang="de-DE" sz="1600" dirty="0"/>
              <a:t>❌ In Europa weniger verbreitet als PROFINET</a:t>
            </a:r>
          </a:p>
          <a:p>
            <a:pPr marL="0" indent="0">
              <a:buNone/>
            </a:pPr>
            <a:r>
              <a:rPr lang="de-DE" sz="1600" dirty="0"/>
              <a:t>❌ Keine harten Echtzeit-Garantien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0273A80-5053-3CDA-3EAB-A1CE025131F9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Perfekt für</a:t>
            </a:r>
          </a:p>
          <a:p>
            <a:pPr marL="0" indent="0">
              <a:buNone/>
            </a:pPr>
            <a:r>
              <a:rPr lang="de-DE" sz="1600" dirty="0"/>
              <a:t>✓ Montage-Linien</a:t>
            </a:r>
          </a:p>
          <a:p>
            <a:pPr marL="0" indent="0">
              <a:buNone/>
            </a:pPr>
            <a:r>
              <a:rPr lang="de-DE" sz="1600" dirty="0"/>
              <a:t>✓ Verpackungsanlagen</a:t>
            </a:r>
          </a:p>
          <a:p>
            <a:pPr marL="0" indent="0">
              <a:buNone/>
            </a:pPr>
            <a:r>
              <a:rPr lang="de-DE" sz="1600" dirty="0"/>
              <a:t>✓ Prozess-Automation</a:t>
            </a:r>
          </a:p>
          <a:p>
            <a:pPr marL="0" indent="0">
              <a:buNone/>
            </a:pPr>
            <a:r>
              <a:rPr lang="de-DE" sz="1600" dirty="0"/>
              <a:t>✓ Fabriken mit IT/OT-Integration</a:t>
            </a:r>
          </a:p>
          <a:p>
            <a:pPr marL="0" indent="0">
              <a:buNone/>
            </a:pPr>
            <a:r>
              <a:rPr lang="de-DE" sz="1600" dirty="0"/>
              <a:t>✓ 90% aller Industrie-Anwendungen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9A6CAAA-E1F6-DC0E-BE64-A6072CEA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15</a:t>
            </a:fld>
            <a:endParaRPr lang="en-US" noProof="1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B12FB46D-63EC-6368-1558-88EC3F202E7E}"/>
              </a:ext>
            </a:extLst>
          </p:cNvPr>
          <p:cNvSpPr/>
          <p:nvPr/>
        </p:nvSpPr>
        <p:spPr>
          <a:xfrm>
            <a:off x="3900600" y="3813908"/>
            <a:ext cx="5540385" cy="1477107"/>
          </a:xfrm>
          <a:prstGeom prst="roundRect">
            <a:avLst/>
          </a:prstGeom>
          <a:noFill/>
          <a:ln w="25400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In einem Satz: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dirty="0"/>
              <a:t>"Was WLAN für uns ist,</a:t>
            </a:r>
            <a:br>
              <a:rPr lang="de-DE" dirty="0"/>
            </a:br>
            <a:r>
              <a:rPr lang="de-DE" dirty="0"/>
              <a:t>ist </a:t>
            </a:r>
            <a:r>
              <a:rPr lang="de-DE" dirty="0" err="1"/>
              <a:t>EtherNet</a:t>
            </a:r>
            <a:r>
              <a:rPr lang="de-DE" dirty="0"/>
              <a:t> / IP für die Fabrik" 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1023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deu"/>
  <p:tag name="MLTEMPLATEVERSION" val="2.2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2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HRL-Rt-TVT4.5</OrgInhalt>
      <Wert>HRL-Rt-TVT4.5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 C-SC1</OrgInhalt>
      <Wert>Intern C-SC1</Wert>
      <Platzhalter>False</Platzhalter>
      <DocDatenDialog>True</DocDatenDialog>
      <Label>Schutzklasse:</Label>
      <FrageVar>False</FrageVar>
      <Prefix/>
      <Suffix/>
      <WegfallVar/>
      <ComboBox>
        <Option>Öffentlich C-SC0</Option>
        <Option>Intern C-SC1</Option>
        <Option>Vertraulich C-SC2</Option>
        <Option>Streng vertraulich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 C-SC1</OrgInhalt>
      <Wert>Intern C-SC1</Wert>
      <Platzhalter>False</Platzhalter>
      <DocDatenDialog>False</DocDatenDialog>
      <Label>Schutzklasse:</Label>
      <FrageVar>False</FrageVar>
      <Prefix/>
      <Suffix/>
      <WegfallVar/>
      <ComboBox>
        <Option>Öffentlich C-SC0</Option>
        <Option>Intern C-SC1</Option>
        <Option>Vertraulich C-SC2</Option>
        <Option>Streng vertraulich C-SC3</Option>
        <Option/>
      </ComboBox>
      <MussFeld>False</MussFeld>
      <InDokument>True</InDokument>
      <Sektion>Bosch_footer_conf</Sektion>
      <Reihenfolge>0</Reihenfolge>
    </Variable>
    <Variable>
      <Name>copyright</Name>
      <OrgInhalt>© Robert Bosch GmbH 2025. Alle Rechte vorbehalten, auch bzgl. jeder Verfügung, Verwertung, Reproduktion, Bearbeitung, Weitergabe sowie für den Fall von Schutzrechtsanmeldungen.</OrgInhalt>
      <Wert>© Robert Bosch GmbH 2025.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10.11.2025</OrgInhalt>
      <Wert>10.11.2025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304CF217-3C90-4AA0-B541-CE45F9BD305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658</Words>
  <Application>Microsoft Office PowerPoint</Application>
  <PresentationFormat>Benutzerdefiniert</PresentationFormat>
  <Paragraphs>154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1" baseType="lpstr">
      <vt:lpstr>Arial</vt:lpstr>
      <vt:lpstr>Bosch Office Sans</vt:lpstr>
      <vt:lpstr>Calibri</vt:lpstr>
      <vt:lpstr>Symbol</vt:lpstr>
      <vt:lpstr>Wingdings</vt:lpstr>
      <vt:lpstr>Bosch 2024</vt:lpstr>
      <vt:lpstr>EtherNet / IP Das Ethernet-Protokoll für die Industrie 4.0</vt:lpstr>
      <vt:lpstr>Was haben Netflix und eine Bosch Produktionslinie gemeinsam?</vt:lpstr>
      <vt:lpstr>Was ist EtherNet / IP? - Funktionsprinzip</vt:lpstr>
      <vt:lpstr>Kommunikationsmodelle</vt:lpstr>
      <vt:lpstr>Wie schnell ist EtherNet / IP ?</vt:lpstr>
      <vt:lpstr>Wie ist das Netzwerk aufgebaut ?</vt:lpstr>
      <vt:lpstr>Die technischen Details</vt:lpstr>
      <vt:lpstr>Was kostet EtherNet / IP ?</vt:lpstr>
      <vt:lpstr>Troubleshooting leicht gemacht</vt:lpstr>
      <vt:lpstr>Cybersecurity</vt:lpstr>
      <vt:lpstr>Durchgängige Kommunikation – Von Sensor bis Cloud</vt:lpstr>
      <vt:lpstr>Bosch Reutlingen – Automatisierte Montagelinie</vt:lpstr>
      <vt:lpstr>EtherNet / IP vs. Konkurrenz</vt:lpstr>
      <vt:lpstr>Wann welcher Feldbus ?</vt:lpstr>
      <vt:lpstr>Das wichtigste auf einen Blick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Herrmann Benjamin (HRL-Rt-TVT4.5)</dc:creator>
  <cp:lastModifiedBy>Herrmann Benjamin (HRL-Rt-TVT4.5)</cp:lastModifiedBy>
  <cp:revision>1</cp:revision>
  <cp:lastPrinted>2025-11-10T13:24:19Z</cp:lastPrinted>
  <dcterms:created xsi:type="dcterms:W3CDTF">2025-11-10T07:39:57Z</dcterms:created>
  <dcterms:modified xsi:type="dcterms:W3CDTF">2025-11-10T13:31:48Z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